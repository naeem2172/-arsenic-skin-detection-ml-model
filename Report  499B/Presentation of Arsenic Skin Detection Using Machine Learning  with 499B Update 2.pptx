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0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EDFF"/>
    <a:srgbClr val="7DDDFF"/>
    <a:srgbClr val="06E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F8C61-C74D-4DB1-9066-D7749E831B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FA35FA8-0C16-45B0-9EFE-28AAADFC60F0}">
      <dgm:prSet/>
      <dgm:spPr/>
      <dgm:t>
        <a:bodyPr/>
        <a:lstStyle/>
        <a:p>
          <a:pPr>
            <a:buNone/>
          </a:pPr>
          <a:r>
            <a:rPr lang="en-US" dirty="0"/>
            <a:t>Our project aims to detect arsenic-infected skin from images using deep learning. We also developed a chatbot that can explain the condition and give basic guidance in both English and Bangla.</a:t>
          </a:r>
        </a:p>
      </dgm:t>
    </dgm:pt>
    <dgm:pt modelId="{4645825A-9117-4122-8B5B-4473760A51C3}" type="parTrans" cxnId="{9C1056C1-6277-43A5-A529-BAF8125A5D1D}">
      <dgm:prSet/>
      <dgm:spPr/>
      <dgm:t>
        <a:bodyPr/>
        <a:lstStyle/>
        <a:p>
          <a:endParaRPr lang="en-US"/>
        </a:p>
      </dgm:t>
    </dgm:pt>
    <dgm:pt modelId="{F71AB5E3-0738-424E-94C8-6ECCC786D822}" type="sibTrans" cxnId="{9C1056C1-6277-43A5-A529-BAF8125A5D1D}">
      <dgm:prSet/>
      <dgm:spPr/>
      <dgm:t>
        <a:bodyPr/>
        <a:lstStyle/>
        <a:p>
          <a:endParaRPr lang="en-US"/>
        </a:p>
      </dgm:t>
    </dgm:pt>
    <dgm:pt modelId="{4C1D5BC9-5FB3-45DD-8387-0CB64FE4895A}">
      <dgm:prSet/>
      <dgm:spPr/>
      <dgm:t>
        <a:bodyPr/>
        <a:lstStyle/>
        <a:p>
          <a:pPr>
            <a:buNone/>
          </a:pPr>
          <a:r>
            <a:rPr lang="en-US" dirty="0"/>
            <a:t>The goal is to make early detection easier and more accessible.</a:t>
          </a:r>
        </a:p>
      </dgm:t>
    </dgm:pt>
    <dgm:pt modelId="{30A41201-F986-4BBF-9FD0-9BDA9CFE9746}" type="parTrans" cxnId="{F52979AC-D97A-499F-B8E1-AAB4B956EAD6}">
      <dgm:prSet/>
      <dgm:spPr/>
      <dgm:t>
        <a:bodyPr/>
        <a:lstStyle/>
        <a:p>
          <a:endParaRPr lang="en-US"/>
        </a:p>
      </dgm:t>
    </dgm:pt>
    <dgm:pt modelId="{8E1D654B-70BE-42E8-BC02-86B9FEF090DF}" type="sibTrans" cxnId="{F52979AC-D97A-499F-B8E1-AAB4B956EAD6}">
      <dgm:prSet/>
      <dgm:spPr/>
      <dgm:t>
        <a:bodyPr/>
        <a:lstStyle/>
        <a:p>
          <a:endParaRPr lang="en-US"/>
        </a:p>
      </dgm:t>
    </dgm:pt>
    <dgm:pt modelId="{D27E4410-0E14-4014-A073-1654B6FAF323}" type="pres">
      <dgm:prSet presAssocID="{030F8C61-C74D-4DB1-9066-D7749E831B5B}" presName="root" presStyleCnt="0">
        <dgm:presLayoutVars>
          <dgm:dir/>
          <dgm:resizeHandles val="exact"/>
        </dgm:presLayoutVars>
      </dgm:prSet>
      <dgm:spPr/>
    </dgm:pt>
    <dgm:pt modelId="{28125DAC-3681-41CD-A65A-16785F944E9D}" type="pres">
      <dgm:prSet presAssocID="{CFA35FA8-0C16-45B0-9EFE-28AAADFC60F0}" presName="compNode" presStyleCnt="0"/>
      <dgm:spPr/>
    </dgm:pt>
    <dgm:pt modelId="{D51A5CBF-077B-4E58-9879-E3F7D2544075}" type="pres">
      <dgm:prSet presAssocID="{CFA35FA8-0C16-45B0-9EFE-28AAADFC60F0}" presName="bgRect" presStyleLbl="bgShp" presStyleIdx="0" presStyleCnt="2"/>
      <dgm:spPr/>
    </dgm:pt>
    <dgm:pt modelId="{D53DDF15-0443-4A29-9F1D-C3DBCB6E7EEB}" type="pres">
      <dgm:prSet presAssocID="{CFA35FA8-0C16-45B0-9EFE-28AAADFC60F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3BAB60A-CC7D-4F3A-86D9-5BFF1C51E6FF}" type="pres">
      <dgm:prSet presAssocID="{CFA35FA8-0C16-45B0-9EFE-28AAADFC60F0}" presName="spaceRect" presStyleCnt="0"/>
      <dgm:spPr/>
    </dgm:pt>
    <dgm:pt modelId="{35AD1F33-57CE-4B20-A13C-3D0AF150D40B}" type="pres">
      <dgm:prSet presAssocID="{CFA35FA8-0C16-45B0-9EFE-28AAADFC60F0}" presName="parTx" presStyleLbl="revTx" presStyleIdx="0" presStyleCnt="2">
        <dgm:presLayoutVars>
          <dgm:chMax val="0"/>
          <dgm:chPref val="0"/>
        </dgm:presLayoutVars>
      </dgm:prSet>
      <dgm:spPr/>
    </dgm:pt>
    <dgm:pt modelId="{0DEA0A35-B99A-4AD3-BEE2-D1037E7F3EC0}" type="pres">
      <dgm:prSet presAssocID="{F71AB5E3-0738-424E-94C8-6ECCC786D822}" presName="sibTrans" presStyleCnt="0"/>
      <dgm:spPr/>
    </dgm:pt>
    <dgm:pt modelId="{9C52F85C-FFC9-44EE-BB56-5DBA34AA1986}" type="pres">
      <dgm:prSet presAssocID="{4C1D5BC9-5FB3-45DD-8387-0CB64FE4895A}" presName="compNode" presStyleCnt="0"/>
      <dgm:spPr/>
    </dgm:pt>
    <dgm:pt modelId="{30AA8345-2831-4065-B128-29DB21909E34}" type="pres">
      <dgm:prSet presAssocID="{4C1D5BC9-5FB3-45DD-8387-0CB64FE4895A}" presName="bgRect" presStyleLbl="bgShp" presStyleIdx="1" presStyleCnt="2"/>
      <dgm:spPr/>
    </dgm:pt>
    <dgm:pt modelId="{37ED708A-B4F3-4DA3-821D-9F1EAEBEF477}" type="pres">
      <dgm:prSet presAssocID="{4C1D5BC9-5FB3-45DD-8387-0CB64FE4895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814A1B4-87D2-4436-9423-6B896CDF3BE6}" type="pres">
      <dgm:prSet presAssocID="{4C1D5BC9-5FB3-45DD-8387-0CB64FE4895A}" presName="spaceRect" presStyleCnt="0"/>
      <dgm:spPr/>
    </dgm:pt>
    <dgm:pt modelId="{93D6CB03-0F2A-45C2-BA09-E7E7579CF4F8}" type="pres">
      <dgm:prSet presAssocID="{4C1D5BC9-5FB3-45DD-8387-0CB64FE4895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00FAB41-D15B-4E57-A619-670A288A2CEB}" type="presOf" srcId="{030F8C61-C74D-4DB1-9066-D7749E831B5B}" destId="{D27E4410-0E14-4014-A073-1654B6FAF323}" srcOrd="0" destOrd="0" presId="urn:microsoft.com/office/officeart/2018/2/layout/IconVerticalSolidList"/>
    <dgm:cxn modelId="{308A0185-DD18-4495-A3A8-86F306F33B7B}" type="presOf" srcId="{4C1D5BC9-5FB3-45DD-8387-0CB64FE4895A}" destId="{93D6CB03-0F2A-45C2-BA09-E7E7579CF4F8}" srcOrd="0" destOrd="0" presId="urn:microsoft.com/office/officeart/2018/2/layout/IconVerticalSolidList"/>
    <dgm:cxn modelId="{F52979AC-D97A-499F-B8E1-AAB4B956EAD6}" srcId="{030F8C61-C74D-4DB1-9066-D7749E831B5B}" destId="{4C1D5BC9-5FB3-45DD-8387-0CB64FE4895A}" srcOrd="1" destOrd="0" parTransId="{30A41201-F986-4BBF-9FD0-9BDA9CFE9746}" sibTransId="{8E1D654B-70BE-42E8-BC02-86B9FEF090DF}"/>
    <dgm:cxn modelId="{9C1056C1-6277-43A5-A529-BAF8125A5D1D}" srcId="{030F8C61-C74D-4DB1-9066-D7749E831B5B}" destId="{CFA35FA8-0C16-45B0-9EFE-28AAADFC60F0}" srcOrd="0" destOrd="0" parTransId="{4645825A-9117-4122-8B5B-4473760A51C3}" sibTransId="{F71AB5E3-0738-424E-94C8-6ECCC786D822}"/>
    <dgm:cxn modelId="{598FDFEB-67EE-4D88-BD51-F3F6539A7E78}" type="presOf" srcId="{CFA35FA8-0C16-45B0-9EFE-28AAADFC60F0}" destId="{35AD1F33-57CE-4B20-A13C-3D0AF150D40B}" srcOrd="0" destOrd="0" presId="urn:microsoft.com/office/officeart/2018/2/layout/IconVerticalSolidList"/>
    <dgm:cxn modelId="{B0B1BEDB-BD5E-48F9-BF29-2477944A574B}" type="presParOf" srcId="{D27E4410-0E14-4014-A073-1654B6FAF323}" destId="{28125DAC-3681-41CD-A65A-16785F944E9D}" srcOrd="0" destOrd="0" presId="urn:microsoft.com/office/officeart/2018/2/layout/IconVerticalSolidList"/>
    <dgm:cxn modelId="{68F8891D-44AD-4B0B-AFA6-74E0908FF3DD}" type="presParOf" srcId="{28125DAC-3681-41CD-A65A-16785F944E9D}" destId="{D51A5CBF-077B-4E58-9879-E3F7D2544075}" srcOrd="0" destOrd="0" presId="urn:microsoft.com/office/officeart/2018/2/layout/IconVerticalSolidList"/>
    <dgm:cxn modelId="{3AEA52C7-271F-4029-8ECB-D29B81743E2B}" type="presParOf" srcId="{28125DAC-3681-41CD-A65A-16785F944E9D}" destId="{D53DDF15-0443-4A29-9F1D-C3DBCB6E7EEB}" srcOrd="1" destOrd="0" presId="urn:microsoft.com/office/officeart/2018/2/layout/IconVerticalSolidList"/>
    <dgm:cxn modelId="{9B600D1E-D4EF-47CB-839A-4549D3F0FDE3}" type="presParOf" srcId="{28125DAC-3681-41CD-A65A-16785F944E9D}" destId="{03BAB60A-CC7D-4F3A-86D9-5BFF1C51E6FF}" srcOrd="2" destOrd="0" presId="urn:microsoft.com/office/officeart/2018/2/layout/IconVerticalSolidList"/>
    <dgm:cxn modelId="{0D020C04-1588-4F87-B30F-EFC8F04BDCFB}" type="presParOf" srcId="{28125DAC-3681-41CD-A65A-16785F944E9D}" destId="{35AD1F33-57CE-4B20-A13C-3D0AF150D40B}" srcOrd="3" destOrd="0" presId="urn:microsoft.com/office/officeart/2018/2/layout/IconVerticalSolidList"/>
    <dgm:cxn modelId="{BA522797-E983-444D-9D44-45EC16C86B0F}" type="presParOf" srcId="{D27E4410-0E14-4014-A073-1654B6FAF323}" destId="{0DEA0A35-B99A-4AD3-BEE2-D1037E7F3EC0}" srcOrd="1" destOrd="0" presId="urn:microsoft.com/office/officeart/2018/2/layout/IconVerticalSolidList"/>
    <dgm:cxn modelId="{271FF909-41A1-4463-851D-BDCD86698101}" type="presParOf" srcId="{D27E4410-0E14-4014-A073-1654B6FAF323}" destId="{9C52F85C-FFC9-44EE-BB56-5DBA34AA1986}" srcOrd="2" destOrd="0" presId="urn:microsoft.com/office/officeart/2018/2/layout/IconVerticalSolidList"/>
    <dgm:cxn modelId="{CCBD0F84-BE7A-43EA-968D-206092A0C567}" type="presParOf" srcId="{9C52F85C-FFC9-44EE-BB56-5DBA34AA1986}" destId="{30AA8345-2831-4065-B128-29DB21909E34}" srcOrd="0" destOrd="0" presId="urn:microsoft.com/office/officeart/2018/2/layout/IconVerticalSolidList"/>
    <dgm:cxn modelId="{2A29FF17-E6A9-434C-A6E1-07021EF8080F}" type="presParOf" srcId="{9C52F85C-FFC9-44EE-BB56-5DBA34AA1986}" destId="{37ED708A-B4F3-4DA3-821D-9F1EAEBEF477}" srcOrd="1" destOrd="0" presId="urn:microsoft.com/office/officeart/2018/2/layout/IconVerticalSolidList"/>
    <dgm:cxn modelId="{664C1A03-2D51-4119-A895-A4A9069A1A63}" type="presParOf" srcId="{9C52F85C-FFC9-44EE-BB56-5DBA34AA1986}" destId="{B814A1B4-87D2-4436-9423-6B896CDF3BE6}" srcOrd="2" destOrd="0" presId="urn:microsoft.com/office/officeart/2018/2/layout/IconVerticalSolidList"/>
    <dgm:cxn modelId="{20B511F8-53B1-4CC2-815C-239CBF5CF0F1}" type="presParOf" srcId="{9C52F85C-FFC9-44EE-BB56-5DBA34AA1986}" destId="{93D6CB03-0F2A-45C2-BA09-E7E7579CF4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AB29A6-1C86-41E7-9549-7D16190EA41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E7139C5-54EA-4E9C-B861-A31BCA650AE8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All chatbot information is stored in separate </a:t>
          </a:r>
          <a:r>
            <a:rPr lang="en-US" b="1" dirty="0"/>
            <a:t>.txt files</a:t>
          </a:r>
          <a:r>
            <a:rPr lang="en-US" dirty="0"/>
            <a:t> by topic.</a:t>
          </a:r>
        </a:p>
      </dgm:t>
    </dgm:pt>
    <dgm:pt modelId="{46045E59-FBC9-4A74-819B-C93AD9E5C053}" type="parTrans" cxnId="{CB98EA7E-B3B9-432E-9319-FF7DECAA1DC6}">
      <dgm:prSet/>
      <dgm:spPr/>
      <dgm:t>
        <a:bodyPr/>
        <a:lstStyle/>
        <a:p>
          <a:endParaRPr lang="en-US"/>
        </a:p>
      </dgm:t>
    </dgm:pt>
    <dgm:pt modelId="{2EDCDB87-AC17-4AC4-BE73-1D4DB980C0C4}" type="sibTrans" cxnId="{CB98EA7E-B3B9-432E-9319-FF7DECAA1DC6}">
      <dgm:prSet/>
      <dgm:spPr/>
      <dgm:t>
        <a:bodyPr/>
        <a:lstStyle/>
        <a:p>
          <a:endParaRPr lang="en-US"/>
        </a:p>
      </dgm:t>
    </dgm:pt>
    <dgm:pt modelId="{5C22C547-21D1-4CEE-AB11-4C8A298CB19B}">
      <dgm:prSet custT="1"/>
      <dgm:spPr>
        <a:solidFill>
          <a:srgbClr val="002060"/>
        </a:solidFill>
      </dgm:spPr>
      <dgm:t>
        <a:bodyPr/>
        <a:lstStyle/>
        <a:p>
          <a:r>
            <a:rPr lang="en-US" sz="1600" dirty="0"/>
            <a:t>Each file contains content in </a:t>
          </a:r>
          <a:r>
            <a:rPr lang="en-US" sz="1600" b="1" dirty="0"/>
            <a:t>question–answer format</a:t>
          </a:r>
          <a:r>
            <a:rPr lang="en-US" sz="1600" dirty="0"/>
            <a:t>.</a:t>
          </a:r>
        </a:p>
        <a:p>
          <a:r>
            <a:rPr lang="en-US" sz="1600" dirty="0"/>
            <a:t>Information is written in </a:t>
          </a:r>
          <a:r>
            <a:rPr lang="en-US" sz="1600" b="1" dirty="0"/>
            <a:t>both Bangla and English</a:t>
          </a:r>
          <a:r>
            <a:rPr lang="en-US" sz="1600" dirty="0"/>
            <a:t>.</a:t>
          </a:r>
        </a:p>
      </dgm:t>
    </dgm:pt>
    <dgm:pt modelId="{E9C468DA-01E3-49A8-8E00-9368D16E708D}" type="parTrans" cxnId="{D6E94857-AFB0-4171-8CD1-5F9DC4D6379D}">
      <dgm:prSet/>
      <dgm:spPr/>
      <dgm:t>
        <a:bodyPr/>
        <a:lstStyle/>
        <a:p>
          <a:endParaRPr lang="en-US"/>
        </a:p>
      </dgm:t>
    </dgm:pt>
    <dgm:pt modelId="{1B203387-4D34-4553-81B0-8AAEC16BEA7E}" type="sibTrans" cxnId="{D6E94857-AFB0-4171-8CD1-5F9DC4D6379D}">
      <dgm:prSet/>
      <dgm:spPr/>
      <dgm:t>
        <a:bodyPr/>
        <a:lstStyle/>
        <a:p>
          <a:endParaRPr lang="en-US"/>
        </a:p>
      </dgm:t>
    </dgm:pt>
    <dgm:pt modelId="{16F1CD53-5AF3-4F44-8759-95F0DC9C25C9}">
      <dgm:prSet/>
      <dgm:spPr/>
      <dgm:t>
        <a:bodyPr/>
        <a:lstStyle/>
        <a:p>
          <a:r>
            <a:rPr lang="en-US" dirty="0"/>
            <a:t>Simple and clear language is used for easy understanding.</a:t>
          </a:r>
        </a:p>
      </dgm:t>
    </dgm:pt>
    <dgm:pt modelId="{87579754-52E0-4386-A841-FF3E7004208A}" type="parTrans" cxnId="{875E166D-4CFE-47C3-A968-AB539DAE5236}">
      <dgm:prSet/>
      <dgm:spPr/>
      <dgm:t>
        <a:bodyPr/>
        <a:lstStyle/>
        <a:p>
          <a:endParaRPr lang="en-US"/>
        </a:p>
      </dgm:t>
    </dgm:pt>
    <dgm:pt modelId="{25727245-B679-4050-A530-2856ABED73C9}" type="sibTrans" cxnId="{875E166D-4CFE-47C3-A968-AB539DAE5236}">
      <dgm:prSet/>
      <dgm:spPr/>
      <dgm:t>
        <a:bodyPr/>
        <a:lstStyle/>
        <a:p>
          <a:endParaRPr lang="en-US"/>
        </a:p>
      </dgm:t>
    </dgm:pt>
    <dgm:pt modelId="{8D3DF10D-FDB8-4F93-9B1A-B5FA2DCF02BC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/>
            <a:t>Each file contains only its specific topic (e.g., keratosis, melanosis, safe water).</a:t>
          </a:r>
        </a:p>
      </dgm:t>
    </dgm:pt>
    <dgm:pt modelId="{8EAC60FE-E841-4F3F-8973-369A3D309C03}" type="parTrans" cxnId="{8446CACC-21E5-46E9-9950-DFA33A64CF73}">
      <dgm:prSet/>
      <dgm:spPr/>
      <dgm:t>
        <a:bodyPr/>
        <a:lstStyle/>
        <a:p>
          <a:endParaRPr lang="en-US"/>
        </a:p>
      </dgm:t>
    </dgm:pt>
    <dgm:pt modelId="{54DA016B-EE00-4700-A085-6A178190BE50}" type="sibTrans" cxnId="{8446CACC-21E5-46E9-9950-DFA33A64CF73}">
      <dgm:prSet/>
      <dgm:spPr/>
      <dgm:t>
        <a:bodyPr/>
        <a:lstStyle/>
        <a:p>
          <a:endParaRPr lang="en-US"/>
        </a:p>
      </dgm:t>
    </dgm:pt>
    <dgm:pt modelId="{B21B591F-7A8F-4008-B3E6-1D8BBA98BC9A}">
      <dgm:prSet/>
      <dgm:spPr/>
      <dgm:t>
        <a:bodyPr/>
        <a:lstStyle/>
        <a:p>
          <a:r>
            <a:rPr lang="en-US" dirty="0"/>
            <a:t>This structure makes the chatbot organized and easy to maintain.</a:t>
          </a:r>
        </a:p>
      </dgm:t>
    </dgm:pt>
    <dgm:pt modelId="{34B7540E-F4FE-4F96-A19B-A40BD125BD3D}" type="parTrans" cxnId="{928E9B9F-06CD-4819-AC3C-0B500711D47B}">
      <dgm:prSet/>
      <dgm:spPr/>
      <dgm:t>
        <a:bodyPr/>
        <a:lstStyle/>
        <a:p>
          <a:endParaRPr lang="en-US"/>
        </a:p>
      </dgm:t>
    </dgm:pt>
    <dgm:pt modelId="{D2B68EA2-3E4E-482A-9365-8E8B9EFD59DA}" type="sibTrans" cxnId="{928E9B9F-06CD-4819-AC3C-0B500711D47B}">
      <dgm:prSet/>
      <dgm:spPr/>
      <dgm:t>
        <a:bodyPr/>
        <a:lstStyle/>
        <a:p>
          <a:endParaRPr lang="en-US"/>
        </a:p>
      </dgm:t>
    </dgm:pt>
    <dgm:pt modelId="{0CB92412-82F6-47A5-A042-8FDE1FF5CAD7}" type="pres">
      <dgm:prSet presAssocID="{C7AB29A6-1C86-41E7-9549-7D16190EA41C}" presName="linear" presStyleCnt="0">
        <dgm:presLayoutVars>
          <dgm:animLvl val="lvl"/>
          <dgm:resizeHandles val="exact"/>
        </dgm:presLayoutVars>
      </dgm:prSet>
      <dgm:spPr/>
    </dgm:pt>
    <dgm:pt modelId="{79D8635C-EEE8-45B9-8E3D-A2F84276A023}" type="pres">
      <dgm:prSet presAssocID="{7E7139C5-54EA-4E9C-B861-A31BCA650AE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4104A86-27EC-4EA4-B274-41EBDF6F6C87}" type="pres">
      <dgm:prSet presAssocID="{2EDCDB87-AC17-4AC4-BE73-1D4DB980C0C4}" presName="spacer" presStyleCnt="0"/>
      <dgm:spPr/>
    </dgm:pt>
    <dgm:pt modelId="{7BEE47D4-1919-40D2-980F-91EE705511A9}" type="pres">
      <dgm:prSet presAssocID="{5C22C547-21D1-4CEE-AB11-4C8A298CB19B}" presName="parentText" presStyleLbl="node1" presStyleIdx="1" presStyleCnt="5" custScaleY="159830">
        <dgm:presLayoutVars>
          <dgm:chMax val="0"/>
          <dgm:bulletEnabled val="1"/>
        </dgm:presLayoutVars>
      </dgm:prSet>
      <dgm:spPr/>
    </dgm:pt>
    <dgm:pt modelId="{AB3C1F03-F276-467F-B59A-AE2E5A044D01}" type="pres">
      <dgm:prSet presAssocID="{1B203387-4D34-4553-81B0-8AAEC16BEA7E}" presName="spacer" presStyleCnt="0"/>
      <dgm:spPr/>
    </dgm:pt>
    <dgm:pt modelId="{51C287D6-8DA4-42C0-B0FB-450AF06A7E50}" type="pres">
      <dgm:prSet presAssocID="{16F1CD53-5AF3-4F44-8759-95F0DC9C25C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FC68A4-89C3-4455-87E6-F56450FBC420}" type="pres">
      <dgm:prSet presAssocID="{25727245-B679-4050-A530-2856ABED73C9}" presName="spacer" presStyleCnt="0"/>
      <dgm:spPr/>
    </dgm:pt>
    <dgm:pt modelId="{E6DEE004-29E6-4F3E-8D82-B2C5E99A9445}" type="pres">
      <dgm:prSet presAssocID="{8D3DF10D-FDB8-4F93-9B1A-B5FA2DCF02B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F284187-0C4E-427C-85B6-8A7B99078443}" type="pres">
      <dgm:prSet presAssocID="{54DA016B-EE00-4700-A085-6A178190BE50}" presName="spacer" presStyleCnt="0"/>
      <dgm:spPr/>
    </dgm:pt>
    <dgm:pt modelId="{E26308F7-3FDE-453C-846C-B8866BA1542F}" type="pres">
      <dgm:prSet presAssocID="{B21B591F-7A8F-4008-B3E6-1D8BBA98BC9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DFB61B-3E4D-45C7-9B5D-56653014A9BC}" type="presOf" srcId="{C7AB29A6-1C86-41E7-9549-7D16190EA41C}" destId="{0CB92412-82F6-47A5-A042-8FDE1FF5CAD7}" srcOrd="0" destOrd="0" presId="urn:microsoft.com/office/officeart/2005/8/layout/vList2"/>
    <dgm:cxn modelId="{5AE29964-4944-4FD7-B1B8-2FEDFC6939A7}" type="presOf" srcId="{7E7139C5-54EA-4E9C-B861-A31BCA650AE8}" destId="{79D8635C-EEE8-45B9-8E3D-A2F84276A023}" srcOrd="0" destOrd="0" presId="urn:microsoft.com/office/officeart/2005/8/layout/vList2"/>
    <dgm:cxn modelId="{875E166D-4CFE-47C3-A968-AB539DAE5236}" srcId="{C7AB29A6-1C86-41E7-9549-7D16190EA41C}" destId="{16F1CD53-5AF3-4F44-8759-95F0DC9C25C9}" srcOrd="2" destOrd="0" parTransId="{87579754-52E0-4386-A841-FF3E7004208A}" sibTransId="{25727245-B679-4050-A530-2856ABED73C9}"/>
    <dgm:cxn modelId="{D6E94857-AFB0-4171-8CD1-5F9DC4D6379D}" srcId="{C7AB29A6-1C86-41E7-9549-7D16190EA41C}" destId="{5C22C547-21D1-4CEE-AB11-4C8A298CB19B}" srcOrd="1" destOrd="0" parTransId="{E9C468DA-01E3-49A8-8E00-9368D16E708D}" sibTransId="{1B203387-4D34-4553-81B0-8AAEC16BEA7E}"/>
    <dgm:cxn modelId="{CB98EA7E-B3B9-432E-9319-FF7DECAA1DC6}" srcId="{C7AB29A6-1C86-41E7-9549-7D16190EA41C}" destId="{7E7139C5-54EA-4E9C-B861-A31BCA650AE8}" srcOrd="0" destOrd="0" parTransId="{46045E59-FBC9-4A74-819B-C93AD9E5C053}" sibTransId="{2EDCDB87-AC17-4AC4-BE73-1D4DB980C0C4}"/>
    <dgm:cxn modelId="{76953A9B-FAD1-4FD6-8102-8E799D8606FB}" type="presOf" srcId="{5C22C547-21D1-4CEE-AB11-4C8A298CB19B}" destId="{7BEE47D4-1919-40D2-980F-91EE705511A9}" srcOrd="0" destOrd="0" presId="urn:microsoft.com/office/officeart/2005/8/layout/vList2"/>
    <dgm:cxn modelId="{928E9B9F-06CD-4819-AC3C-0B500711D47B}" srcId="{C7AB29A6-1C86-41E7-9549-7D16190EA41C}" destId="{B21B591F-7A8F-4008-B3E6-1D8BBA98BC9A}" srcOrd="4" destOrd="0" parTransId="{34B7540E-F4FE-4F96-A19B-A40BD125BD3D}" sibTransId="{D2B68EA2-3E4E-482A-9365-8E8B9EFD59DA}"/>
    <dgm:cxn modelId="{7302A6A8-2CD1-415C-A363-6102397DD4E8}" type="presOf" srcId="{16F1CD53-5AF3-4F44-8759-95F0DC9C25C9}" destId="{51C287D6-8DA4-42C0-B0FB-450AF06A7E50}" srcOrd="0" destOrd="0" presId="urn:microsoft.com/office/officeart/2005/8/layout/vList2"/>
    <dgm:cxn modelId="{8446CACC-21E5-46E9-9950-DFA33A64CF73}" srcId="{C7AB29A6-1C86-41E7-9549-7D16190EA41C}" destId="{8D3DF10D-FDB8-4F93-9B1A-B5FA2DCF02BC}" srcOrd="3" destOrd="0" parTransId="{8EAC60FE-E841-4F3F-8973-369A3D309C03}" sibTransId="{54DA016B-EE00-4700-A085-6A178190BE50}"/>
    <dgm:cxn modelId="{C7CE17FD-442D-494F-AA72-C3633EB30DC2}" type="presOf" srcId="{B21B591F-7A8F-4008-B3E6-1D8BBA98BC9A}" destId="{E26308F7-3FDE-453C-846C-B8866BA1542F}" srcOrd="0" destOrd="0" presId="urn:microsoft.com/office/officeart/2005/8/layout/vList2"/>
    <dgm:cxn modelId="{6F0639FD-EA60-4A79-A39D-71FE9F6DF152}" type="presOf" srcId="{8D3DF10D-FDB8-4F93-9B1A-B5FA2DCF02BC}" destId="{E6DEE004-29E6-4F3E-8D82-B2C5E99A9445}" srcOrd="0" destOrd="0" presId="urn:microsoft.com/office/officeart/2005/8/layout/vList2"/>
    <dgm:cxn modelId="{210F8874-A44D-4C07-A93D-FC4C7084D93F}" type="presParOf" srcId="{0CB92412-82F6-47A5-A042-8FDE1FF5CAD7}" destId="{79D8635C-EEE8-45B9-8E3D-A2F84276A023}" srcOrd="0" destOrd="0" presId="urn:microsoft.com/office/officeart/2005/8/layout/vList2"/>
    <dgm:cxn modelId="{EA3B41A4-51CD-4FC1-8C4A-62C3BFF809CE}" type="presParOf" srcId="{0CB92412-82F6-47A5-A042-8FDE1FF5CAD7}" destId="{B4104A86-27EC-4EA4-B274-41EBDF6F6C87}" srcOrd="1" destOrd="0" presId="urn:microsoft.com/office/officeart/2005/8/layout/vList2"/>
    <dgm:cxn modelId="{E0845189-4FAA-46E5-9B72-EC886813E915}" type="presParOf" srcId="{0CB92412-82F6-47A5-A042-8FDE1FF5CAD7}" destId="{7BEE47D4-1919-40D2-980F-91EE705511A9}" srcOrd="2" destOrd="0" presId="urn:microsoft.com/office/officeart/2005/8/layout/vList2"/>
    <dgm:cxn modelId="{C9F1434C-10FF-47AB-B553-F9F2F6D284D4}" type="presParOf" srcId="{0CB92412-82F6-47A5-A042-8FDE1FF5CAD7}" destId="{AB3C1F03-F276-467F-B59A-AE2E5A044D01}" srcOrd="3" destOrd="0" presId="urn:microsoft.com/office/officeart/2005/8/layout/vList2"/>
    <dgm:cxn modelId="{C8F7E12B-717F-4795-9D46-B68A4132A7F1}" type="presParOf" srcId="{0CB92412-82F6-47A5-A042-8FDE1FF5CAD7}" destId="{51C287D6-8DA4-42C0-B0FB-450AF06A7E50}" srcOrd="4" destOrd="0" presId="urn:microsoft.com/office/officeart/2005/8/layout/vList2"/>
    <dgm:cxn modelId="{B92A46F4-1C77-47E6-AB3E-D3429A73B732}" type="presParOf" srcId="{0CB92412-82F6-47A5-A042-8FDE1FF5CAD7}" destId="{E4FC68A4-89C3-4455-87E6-F56450FBC420}" srcOrd="5" destOrd="0" presId="urn:microsoft.com/office/officeart/2005/8/layout/vList2"/>
    <dgm:cxn modelId="{6CA0BE80-50F7-4B6B-8D32-C0BA88AA42E7}" type="presParOf" srcId="{0CB92412-82F6-47A5-A042-8FDE1FF5CAD7}" destId="{E6DEE004-29E6-4F3E-8D82-B2C5E99A9445}" srcOrd="6" destOrd="0" presId="urn:microsoft.com/office/officeart/2005/8/layout/vList2"/>
    <dgm:cxn modelId="{1D3FC398-D63A-4F05-AEF8-E66F7C3A6425}" type="presParOf" srcId="{0CB92412-82F6-47A5-A042-8FDE1FF5CAD7}" destId="{9F284187-0C4E-427C-85B6-8A7B99078443}" srcOrd="7" destOrd="0" presId="urn:microsoft.com/office/officeart/2005/8/layout/vList2"/>
    <dgm:cxn modelId="{0ACDE1C9-8FAC-4005-84AF-5C98C1409EA0}" type="presParOf" srcId="{0CB92412-82F6-47A5-A042-8FDE1FF5CAD7}" destId="{E26308F7-3FDE-453C-846C-B8866BA1542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E235C2-37B9-4179-8314-A41FB673A021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7CD0E8-9FD2-4E54-B5F4-E050A55FA3F4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We created two separate folders: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dirty="0"/>
            <a:t>English folder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dirty="0"/>
            <a:t>Bangla folder</a:t>
          </a:r>
        </a:p>
      </dgm:t>
    </dgm:pt>
    <dgm:pt modelId="{A4F417E1-BE1E-4512-BA66-ADA6BB83FC2D}" type="parTrans" cxnId="{F9B5309E-48C9-4B24-936B-C774792C9E35}">
      <dgm:prSet/>
      <dgm:spPr/>
      <dgm:t>
        <a:bodyPr/>
        <a:lstStyle/>
        <a:p>
          <a:endParaRPr lang="en-US"/>
        </a:p>
      </dgm:t>
    </dgm:pt>
    <dgm:pt modelId="{47D9BC55-3F6B-4AAA-B72B-26C2790C56EF}" type="sibTrans" cxnId="{F9B5309E-48C9-4B24-936B-C774792C9E35}">
      <dgm:prSet/>
      <dgm:spPr/>
      <dgm:t>
        <a:bodyPr/>
        <a:lstStyle/>
        <a:p>
          <a:endParaRPr lang="en-US"/>
        </a:p>
      </dgm:t>
    </dgm:pt>
    <dgm:pt modelId="{E70AFF1B-CC70-4806-86C1-56E97C381729}">
      <dgm:prSet/>
      <dgm:spPr/>
      <dgm:t>
        <a:bodyPr/>
        <a:lstStyle/>
        <a:p>
          <a:r>
            <a:rPr lang="en-US" dirty="0"/>
            <a:t>Both folders contain the same topic files.</a:t>
          </a:r>
        </a:p>
      </dgm:t>
    </dgm:pt>
    <dgm:pt modelId="{AB340280-3DC8-4558-AF7B-3380869AB462}" type="parTrans" cxnId="{6F7144F2-1F26-4014-BC96-3CFFB7BA2830}">
      <dgm:prSet/>
      <dgm:spPr/>
      <dgm:t>
        <a:bodyPr/>
        <a:lstStyle/>
        <a:p>
          <a:endParaRPr lang="en-US"/>
        </a:p>
      </dgm:t>
    </dgm:pt>
    <dgm:pt modelId="{2F19054D-64AD-455C-AC1F-0545B9C8F028}" type="sibTrans" cxnId="{6F7144F2-1F26-4014-BC96-3CFFB7BA2830}">
      <dgm:prSet/>
      <dgm:spPr/>
      <dgm:t>
        <a:bodyPr/>
        <a:lstStyle/>
        <a:p>
          <a:endParaRPr lang="en-US"/>
        </a:p>
      </dgm:t>
    </dgm:pt>
    <dgm:pt modelId="{E75B247C-CB49-4E3C-B9B6-0AF4324C5EB9}">
      <dgm:prSet/>
      <dgm:spPr/>
      <dgm:t>
        <a:bodyPr/>
        <a:lstStyle/>
        <a:p>
          <a:r>
            <a:rPr lang="en-US" dirty="0"/>
            <a:t>This allows the chatbot to answer in both languages.</a:t>
          </a:r>
        </a:p>
        <a:p>
          <a:endParaRPr lang="en-US" dirty="0"/>
        </a:p>
      </dgm:t>
    </dgm:pt>
    <dgm:pt modelId="{B68E6AB1-23A5-4088-80E5-01CB6262A17E}" type="parTrans" cxnId="{F0523BBD-1A06-41C2-AF51-39D08D46F1FA}">
      <dgm:prSet/>
      <dgm:spPr/>
      <dgm:t>
        <a:bodyPr/>
        <a:lstStyle/>
        <a:p>
          <a:endParaRPr lang="en-US"/>
        </a:p>
      </dgm:t>
    </dgm:pt>
    <dgm:pt modelId="{A333BAF6-5583-4E62-B504-06C988F6CCB0}" type="sibTrans" cxnId="{F0523BBD-1A06-41C2-AF51-39D08D46F1FA}">
      <dgm:prSet/>
      <dgm:spPr/>
      <dgm:t>
        <a:bodyPr/>
        <a:lstStyle/>
        <a:p>
          <a:endParaRPr lang="en-US"/>
        </a:p>
      </dgm:t>
    </dgm:pt>
    <dgm:pt modelId="{A24C76EF-FAC0-4D6F-9D83-9D32F11A8B06}" type="pres">
      <dgm:prSet presAssocID="{A9E235C2-37B9-4179-8314-A41FB673A021}" presName="vert0" presStyleCnt="0">
        <dgm:presLayoutVars>
          <dgm:dir/>
          <dgm:animOne val="branch"/>
          <dgm:animLvl val="lvl"/>
        </dgm:presLayoutVars>
      </dgm:prSet>
      <dgm:spPr/>
    </dgm:pt>
    <dgm:pt modelId="{6B5DD10C-3E95-412D-9589-B50EA2458AEF}" type="pres">
      <dgm:prSet presAssocID="{157CD0E8-9FD2-4E54-B5F4-E050A55FA3F4}" presName="thickLine" presStyleLbl="alignNode1" presStyleIdx="0" presStyleCnt="3"/>
      <dgm:spPr/>
    </dgm:pt>
    <dgm:pt modelId="{D569D38E-16BA-4C54-BF7D-B51B94E4271B}" type="pres">
      <dgm:prSet presAssocID="{157CD0E8-9FD2-4E54-B5F4-E050A55FA3F4}" presName="horz1" presStyleCnt="0"/>
      <dgm:spPr/>
    </dgm:pt>
    <dgm:pt modelId="{114DEC1C-AE1B-4ECF-9FB9-C8070F272EFF}" type="pres">
      <dgm:prSet presAssocID="{157CD0E8-9FD2-4E54-B5F4-E050A55FA3F4}" presName="tx1" presStyleLbl="revTx" presStyleIdx="0" presStyleCnt="3"/>
      <dgm:spPr/>
    </dgm:pt>
    <dgm:pt modelId="{AD59C24A-CB12-42D5-83F9-5B28FCAE3FB9}" type="pres">
      <dgm:prSet presAssocID="{157CD0E8-9FD2-4E54-B5F4-E050A55FA3F4}" presName="vert1" presStyleCnt="0"/>
      <dgm:spPr/>
    </dgm:pt>
    <dgm:pt modelId="{82463BDD-58EC-48C0-A64D-B12BAF84E835}" type="pres">
      <dgm:prSet presAssocID="{E70AFF1B-CC70-4806-86C1-56E97C381729}" presName="thickLine" presStyleLbl="alignNode1" presStyleIdx="1" presStyleCnt="3"/>
      <dgm:spPr/>
    </dgm:pt>
    <dgm:pt modelId="{977031BA-D84D-4B65-8E76-DD21FAD658BC}" type="pres">
      <dgm:prSet presAssocID="{E70AFF1B-CC70-4806-86C1-56E97C381729}" presName="horz1" presStyleCnt="0"/>
      <dgm:spPr/>
    </dgm:pt>
    <dgm:pt modelId="{814509EE-E2B6-4CA6-B305-91AEBA280D68}" type="pres">
      <dgm:prSet presAssocID="{E70AFF1B-CC70-4806-86C1-56E97C381729}" presName="tx1" presStyleLbl="revTx" presStyleIdx="1" presStyleCnt="3"/>
      <dgm:spPr/>
    </dgm:pt>
    <dgm:pt modelId="{4213100B-A6ED-4C0E-A8C7-236D7D7D2FA4}" type="pres">
      <dgm:prSet presAssocID="{E70AFF1B-CC70-4806-86C1-56E97C381729}" presName="vert1" presStyleCnt="0"/>
      <dgm:spPr/>
    </dgm:pt>
    <dgm:pt modelId="{99F2B329-D80B-478B-998C-C5209AA44DF0}" type="pres">
      <dgm:prSet presAssocID="{E75B247C-CB49-4E3C-B9B6-0AF4324C5EB9}" presName="thickLine" presStyleLbl="alignNode1" presStyleIdx="2" presStyleCnt="3"/>
      <dgm:spPr/>
    </dgm:pt>
    <dgm:pt modelId="{75161679-34AC-4720-A2A5-B550A04F4EBD}" type="pres">
      <dgm:prSet presAssocID="{E75B247C-CB49-4E3C-B9B6-0AF4324C5EB9}" presName="horz1" presStyleCnt="0"/>
      <dgm:spPr/>
    </dgm:pt>
    <dgm:pt modelId="{3EF74430-5A17-405C-8AE6-147B9C113A0C}" type="pres">
      <dgm:prSet presAssocID="{E75B247C-CB49-4E3C-B9B6-0AF4324C5EB9}" presName="tx1" presStyleLbl="revTx" presStyleIdx="2" presStyleCnt="3"/>
      <dgm:spPr/>
    </dgm:pt>
    <dgm:pt modelId="{9FDF7B73-DBE2-4A90-8F7F-B446A67F47EF}" type="pres">
      <dgm:prSet presAssocID="{E75B247C-CB49-4E3C-B9B6-0AF4324C5EB9}" presName="vert1" presStyleCnt="0"/>
      <dgm:spPr/>
    </dgm:pt>
  </dgm:ptLst>
  <dgm:cxnLst>
    <dgm:cxn modelId="{BC717707-ED70-4FE1-84EA-1AE715E867C2}" type="presOf" srcId="{157CD0E8-9FD2-4E54-B5F4-E050A55FA3F4}" destId="{114DEC1C-AE1B-4ECF-9FB9-C8070F272EFF}" srcOrd="0" destOrd="0" presId="urn:microsoft.com/office/officeart/2008/layout/LinedList"/>
    <dgm:cxn modelId="{DB286F4C-4243-4F4B-8248-611A2B1189A6}" type="presOf" srcId="{E75B247C-CB49-4E3C-B9B6-0AF4324C5EB9}" destId="{3EF74430-5A17-405C-8AE6-147B9C113A0C}" srcOrd="0" destOrd="0" presId="urn:microsoft.com/office/officeart/2008/layout/LinedList"/>
    <dgm:cxn modelId="{F9B5309E-48C9-4B24-936B-C774792C9E35}" srcId="{A9E235C2-37B9-4179-8314-A41FB673A021}" destId="{157CD0E8-9FD2-4E54-B5F4-E050A55FA3F4}" srcOrd="0" destOrd="0" parTransId="{A4F417E1-BE1E-4512-BA66-ADA6BB83FC2D}" sibTransId="{47D9BC55-3F6B-4AAA-B72B-26C2790C56EF}"/>
    <dgm:cxn modelId="{F0523BBD-1A06-41C2-AF51-39D08D46F1FA}" srcId="{A9E235C2-37B9-4179-8314-A41FB673A021}" destId="{E75B247C-CB49-4E3C-B9B6-0AF4324C5EB9}" srcOrd="2" destOrd="0" parTransId="{B68E6AB1-23A5-4088-80E5-01CB6262A17E}" sibTransId="{A333BAF6-5583-4E62-B504-06C988F6CCB0}"/>
    <dgm:cxn modelId="{4430E5C0-6BAB-45EB-8B42-4AB174A87882}" type="presOf" srcId="{A9E235C2-37B9-4179-8314-A41FB673A021}" destId="{A24C76EF-FAC0-4D6F-9D83-9D32F11A8B06}" srcOrd="0" destOrd="0" presId="urn:microsoft.com/office/officeart/2008/layout/LinedList"/>
    <dgm:cxn modelId="{6F7144F2-1F26-4014-BC96-3CFFB7BA2830}" srcId="{A9E235C2-37B9-4179-8314-A41FB673A021}" destId="{E70AFF1B-CC70-4806-86C1-56E97C381729}" srcOrd="1" destOrd="0" parTransId="{AB340280-3DC8-4558-AF7B-3380869AB462}" sibTransId="{2F19054D-64AD-455C-AC1F-0545B9C8F028}"/>
    <dgm:cxn modelId="{AEDCD4FC-433B-45FD-8179-36B70F7A6483}" type="presOf" srcId="{E70AFF1B-CC70-4806-86C1-56E97C381729}" destId="{814509EE-E2B6-4CA6-B305-91AEBA280D68}" srcOrd="0" destOrd="0" presId="urn:microsoft.com/office/officeart/2008/layout/LinedList"/>
    <dgm:cxn modelId="{8D0AFF77-765A-4ECD-B92D-EB9F96F24CF9}" type="presParOf" srcId="{A24C76EF-FAC0-4D6F-9D83-9D32F11A8B06}" destId="{6B5DD10C-3E95-412D-9589-B50EA2458AEF}" srcOrd="0" destOrd="0" presId="urn:microsoft.com/office/officeart/2008/layout/LinedList"/>
    <dgm:cxn modelId="{A2805A5E-5EE1-42D3-A63C-6CDD4B26DEFC}" type="presParOf" srcId="{A24C76EF-FAC0-4D6F-9D83-9D32F11A8B06}" destId="{D569D38E-16BA-4C54-BF7D-B51B94E4271B}" srcOrd="1" destOrd="0" presId="urn:microsoft.com/office/officeart/2008/layout/LinedList"/>
    <dgm:cxn modelId="{79F11DF8-0172-4CA4-A432-AE3D156D0E3A}" type="presParOf" srcId="{D569D38E-16BA-4C54-BF7D-B51B94E4271B}" destId="{114DEC1C-AE1B-4ECF-9FB9-C8070F272EFF}" srcOrd="0" destOrd="0" presId="urn:microsoft.com/office/officeart/2008/layout/LinedList"/>
    <dgm:cxn modelId="{BAD5BDB2-F693-40A1-8E88-654D2D05385E}" type="presParOf" srcId="{D569D38E-16BA-4C54-BF7D-B51B94E4271B}" destId="{AD59C24A-CB12-42D5-83F9-5B28FCAE3FB9}" srcOrd="1" destOrd="0" presId="urn:microsoft.com/office/officeart/2008/layout/LinedList"/>
    <dgm:cxn modelId="{520FE03E-BAF1-4277-A192-A55296FDFDD9}" type="presParOf" srcId="{A24C76EF-FAC0-4D6F-9D83-9D32F11A8B06}" destId="{82463BDD-58EC-48C0-A64D-B12BAF84E835}" srcOrd="2" destOrd="0" presId="urn:microsoft.com/office/officeart/2008/layout/LinedList"/>
    <dgm:cxn modelId="{82D435E6-84F4-4723-8989-48C04B6955B6}" type="presParOf" srcId="{A24C76EF-FAC0-4D6F-9D83-9D32F11A8B06}" destId="{977031BA-D84D-4B65-8E76-DD21FAD658BC}" srcOrd="3" destOrd="0" presId="urn:microsoft.com/office/officeart/2008/layout/LinedList"/>
    <dgm:cxn modelId="{60265D28-AB1D-4868-8BF1-EDB881942888}" type="presParOf" srcId="{977031BA-D84D-4B65-8E76-DD21FAD658BC}" destId="{814509EE-E2B6-4CA6-B305-91AEBA280D68}" srcOrd="0" destOrd="0" presId="urn:microsoft.com/office/officeart/2008/layout/LinedList"/>
    <dgm:cxn modelId="{7A0B883C-1FA0-4EF6-982C-BA4FDE17FB0B}" type="presParOf" srcId="{977031BA-D84D-4B65-8E76-DD21FAD658BC}" destId="{4213100B-A6ED-4C0E-A8C7-236D7D7D2FA4}" srcOrd="1" destOrd="0" presId="urn:microsoft.com/office/officeart/2008/layout/LinedList"/>
    <dgm:cxn modelId="{6159E45F-F1FE-4EC9-B487-72424B8EEAEA}" type="presParOf" srcId="{A24C76EF-FAC0-4D6F-9D83-9D32F11A8B06}" destId="{99F2B329-D80B-478B-998C-C5209AA44DF0}" srcOrd="4" destOrd="0" presId="urn:microsoft.com/office/officeart/2008/layout/LinedList"/>
    <dgm:cxn modelId="{82056DF8-5B3A-4B1A-9547-B7E8974D116D}" type="presParOf" srcId="{A24C76EF-FAC0-4D6F-9D83-9D32F11A8B06}" destId="{75161679-34AC-4720-A2A5-B550A04F4EBD}" srcOrd="5" destOrd="0" presId="urn:microsoft.com/office/officeart/2008/layout/LinedList"/>
    <dgm:cxn modelId="{380E8227-C1EA-4735-8691-CB97171DD0B4}" type="presParOf" srcId="{75161679-34AC-4720-A2A5-B550A04F4EBD}" destId="{3EF74430-5A17-405C-8AE6-147B9C113A0C}" srcOrd="0" destOrd="0" presId="urn:microsoft.com/office/officeart/2008/layout/LinedList"/>
    <dgm:cxn modelId="{B5046D14-E2F5-41F7-886C-7B94CC3370F2}" type="presParOf" srcId="{75161679-34AC-4720-A2A5-B550A04F4EBD}" destId="{9FDF7B73-DBE2-4A90-8F7F-B446A67F47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5D2726B-C6C4-417E-8AD0-A6F21F8B0E52}" type="doc">
      <dgm:prSet loTypeId="urn:microsoft.com/office/officeart/2005/8/layout/v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4E2AC59-210C-4FAB-9209-2CB3FA5591B8}">
      <dgm:prSet/>
      <dgm:spPr/>
      <dgm:t>
        <a:bodyPr/>
        <a:lstStyle/>
        <a:p>
          <a:pPr>
            <a:buNone/>
          </a:pPr>
          <a:r>
            <a:rPr lang="en-US" dirty="0"/>
            <a:t>Makes chatbot responses organized</a:t>
          </a:r>
        </a:p>
      </dgm:t>
    </dgm:pt>
    <dgm:pt modelId="{DB9E5ED8-DC0C-4D4E-AA37-E72B971A04DC}" type="parTrans" cxnId="{25EA0DDF-0423-467C-9A94-A06730F98109}">
      <dgm:prSet/>
      <dgm:spPr/>
      <dgm:t>
        <a:bodyPr/>
        <a:lstStyle/>
        <a:p>
          <a:endParaRPr lang="en-US"/>
        </a:p>
      </dgm:t>
    </dgm:pt>
    <dgm:pt modelId="{F71ECC4C-52E3-4E3B-B726-498226F919C4}" type="sibTrans" cxnId="{25EA0DDF-0423-467C-9A94-A06730F98109}">
      <dgm:prSet/>
      <dgm:spPr/>
      <dgm:t>
        <a:bodyPr/>
        <a:lstStyle/>
        <a:p>
          <a:endParaRPr lang="en-US"/>
        </a:p>
      </dgm:t>
    </dgm:pt>
    <dgm:pt modelId="{65F355F0-C2D2-4851-8992-D985E64B367E}">
      <dgm:prSet/>
      <dgm:spPr/>
      <dgm:t>
        <a:bodyPr/>
        <a:lstStyle/>
        <a:p>
          <a:r>
            <a:rPr lang="en-US" dirty="0"/>
            <a:t>Easy to update or add new information</a:t>
          </a:r>
        </a:p>
      </dgm:t>
    </dgm:pt>
    <dgm:pt modelId="{D91A6BF9-628B-4660-9CDC-4CB13E5ADE0B}" type="parTrans" cxnId="{C9C734AE-A2F6-4F9B-9A17-DB0CF5DEBE93}">
      <dgm:prSet/>
      <dgm:spPr/>
      <dgm:t>
        <a:bodyPr/>
        <a:lstStyle/>
        <a:p>
          <a:endParaRPr lang="en-US"/>
        </a:p>
      </dgm:t>
    </dgm:pt>
    <dgm:pt modelId="{09C325C0-F231-44DE-A3FB-9E2D5397CD0D}" type="sibTrans" cxnId="{C9C734AE-A2F6-4F9B-9A17-DB0CF5DEBE93}">
      <dgm:prSet/>
      <dgm:spPr/>
      <dgm:t>
        <a:bodyPr/>
        <a:lstStyle/>
        <a:p>
          <a:endParaRPr lang="en-US"/>
        </a:p>
      </dgm:t>
    </dgm:pt>
    <dgm:pt modelId="{C2CDDC7D-05BE-4380-AEA5-82AEA02FF514}">
      <dgm:prSet/>
      <dgm:spPr/>
      <dgm:t>
        <a:bodyPr/>
        <a:lstStyle/>
        <a:p>
          <a:r>
            <a:rPr lang="en-US" dirty="0"/>
            <a:t>Works for users who speak two languages</a:t>
          </a:r>
        </a:p>
      </dgm:t>
    </dgm:pt>
    <dgm:pt modelId="{63614C3C-C141-4DD9-928D-06812A31CFE7}" type="parTrans" cxnId="{98B40145-F6E5-4455-93F3-639D5B5A523D}">
      <dgm:prSet/>
      <dgm:spPr/>
      <dgm:t>
        <a:bodyPr/>
        <a:lstStyle/>
        <a:p>
          <a:endParaRPr lang="en-US"/>
        </a:p>
      </dgm:t>
    </dgm:pt>
    <dgm:pt modelId="{2C172103-B7F9-440E-93B4-4895B7AFD00A}" type="sibTrans" cxnId="{98B40145-F6E5-4455-93F3-639D5B5A523D}">
      <dgm:prSet/>
      <dgm:spPr/>
      <dgm:t>
        <a:bodyPr/>
        <a:lstStyle/>
        <a:p>
          <a:endParaRPr lang="en-US"/>
        </a:p>
      </dgm:t>
    </dgm:pt>
    <dgm:pt modelId="{18533678-F8B3-4C78-A630-FC04B8081F46}">
      <dgm:prSet/>
      <dgm:spPr/>
      <dgm:t>
        <a:bodyPr/>
        <a:lstStyle/>
        <a:p>
          <a:r>
            <a:rPr lang="en-US" dirty="0"/>
            <a:t>Helps explain prediction results clearly</a:t>
          </a:r>
        </a:p>
      </dgm:t>
    </dgm:pt>
    <dgm:pt modelId="{C07D4C49-FD52-43A8-BFE1-DB591057BB24}" type="parTrans" cxnId="{B2ACBC10-3269-4209-AFE2-B4A397585ACD}">
      <dgm:prSet/>
      <dgm:spPr/>
      <dgm:t>
        <a:bodyPr/>
        <a:lstStyle/>
        <a:p>
          <a:endParaRPr lang="en-US"/>
        </a:p>
      </dgm:t>
    </dgm:pt>
    <dgm:pt modelId="{5FE163DB-D9E7-40A7-AC58-6E4F80941F45}" type="sibTrans" cxnId="{B2ACBC10-3269-4209-AFE2-B4A397585ACD}">
      <dgm:prSet/>
      <dgm:spPr/>
      <dgm:t>
        <a:bodyPr/>
        <a:lstStyle/>
        <a:p>
          <a:endParaRPr lang="en-US"/>
        </a:p>
      </dgm:t>
    </dgm:pt>
    <dgm:pt modelId="{11D0B482-45F4-4EF9-9205-9321F19A6499}" type="pres">
      <dgm:prSet presAssocID="{35D2726B-C6C4-417E-8AD0-A6F21F8B0E52}" presName="outerComposite" presStyleCnt="0">
        <dgm:presLayoutVars>
          <dgm:chMax val="5"/>
          <dgm:dir/>
          <dgm:resizeHandles val="exact"/>
        </dgm:presLayoutVars>
      </dgm:prSet>
      <dgm:spPr/>
    </dgm:pt>
    <dgm:pt modelId="{847E453C-424A-48D7-92D9-5620BC797578}" type="pres">
      <dgm:prSet presAssocID="{35D2726B-C6C4-417E-8AD0-A6F21F8B0E52}" presName="dummyMaxCanvas" presStyleCnt="0">
        <dgm:presLayoutVars/>
      </dgm:prSet>
      <dgm:spPr/>
    </dgm:pt>
    <dgm:pt modelId="{B366C311-5DAC-4AC9-8973-0AA90CEFA9EB}" type="pres">
      <dgm:prSet presAssocID="{35D2726B-C6C4-417E-8AD0-A6F21F8B0E52}" presName="FourNodes_1" presStyleLbl="node1" presStyleIdx="0" presStyleCnt="4">
        <dgm:presLayoutVars>
          <dgm:bulletEnabled val="1"/>
        </dgm:presLayoutVars>
      </dgm:prSet>
      <dgm:spPr/>
    </dgm:pt>
    <dgm:pt modelId="{22AD69F7-B9FC-4113-8077-FAD3062FFB0E}" type="pres">
      <dgm:prSet presAssocID="{35D2726B-C6C4-417E-8AD0-A6F21F8B0E52}" presName="FourNodes_2" presStyleLbl="node1" presStyleIdx="1" presStyleCnt="4">
        <dgm:presLayoutVars>
          <dgm:bulletEnabled val="1"/>
        </dgm:presLayoutVars>
      </dgm:prSet>
      <dgm:spPr/>
    </dgm:pt>
    <dgm:pt modelId="{2CA3E7F9-21CF-462C-98F9-F8D1676BD7EA}" type="pres">
      <dgm:prSet presAssocID="{35D2726B-C6C4-417E-8AD0-A6F21F8B0E52}" presName="FourNodes_3" presStyleLbl="node1" presStyleIdx="2" presStyleCnt="4">
        <dgm:presLayoutVars>
          <dgm:bulletEnabled val="1"/>
        </dgm:presLayoutVars>
      </dgm:prSet>
      <dgm:spPr/>
    </dgm:pt>
    <dgm:pt modelId="{E8164175-E8C1-4413-8EDA-370992D050BF}" type="pres">
      <dgm:prSet presAssocID="{35D2726B-C6C4-417E-8AD0-A6F21F8B0E52}" presName="FourNodes_4" presStyleLbl="node1" presStyleIdx="3" presStyleCnt="4">
        <dgm:presLayoutVars>
          <dgm:bulletEnabled val="1"/>
        </dgm:presLayoutVars>
      </dgm:prSet>
      <dgm:spPr/>
    </dgm:pt>
    <dgm:pt modelId="{E8A2E43C-A7F0-49B2-9524-FD5B0501D3D9}" type="pres">
      <dgm:prSet presAssocID="{35D2726B-C6C4-417E-8AD0-A6F21F8B0E52}" presName="FourConn_1-2" presStyleLbl="fgAccFollowNode1" presStyleIdx="0" presStyleCnt="3">
        <dgm:presLayoutVars>
          <dgm:bulletEnabled val="1"/>
        </dgm:presLayoutVars>
      </dgm:prSet>
      <dgm:spPr/>
    </dgm:pt>
    <dgm:pt modelId="{4AA8B38F-6240-4A5C-8963-97A600D03A3D}" type="pres">
      <dgm:prSet presAssocID="{35D2726B-C6C4-417E-8AD0-A6F21F8B0E52}" presName="FourConn_2-3" presStyleLbl="fgAccFollowNode1" presStyleIdx="1" presStyleCnt="3">
        <dgm:presLayoutVars>
          <dgm:bulletEnabled val="1"/>
        </dgm:presLayoutVars>
      </dgm:prSet>
      <dgm:spPr/>
    </dgm:pt>
    <dgm:pt modelId="{AC7662E2-4FE0-4C02-B3DD-09969B5B9607}" type="pres">
      <dgm:prSet presAssocID="{35D2726B-C6C4-417E-8AD0-A6F21F8B0E52}" presName="FourConn_3-4" presStyleLbl="fgAccFollowNode1" presStyleIdx="2" presStyleCnt="3">
        <dgm:presLayoutVars>
          <dgm:bulletEnabled val="1"/>
        </dgm:presLayoutVars>
      </dgm:prSet>
      <dgm:spPr/>
    </dgm:pt>
    <dgm:pt modelId="{C919EF7F-F974-44FA-9A45-912E96AB7F4A}" type="pres">
      <dgm:prSet presAssocID="{35D2726B-C6C4-417E-8AD0-A6F21F8B0E52}" presName="FourNodes_1_text" presStyleLbl="node1" presStyleIdx="3" presStyleCnt="4">
        <dgm:presLayoutVars>
          <dgm:bulletEnabled val="1"/>
        </dgm:presLayoutVars>
      </dgm:prSet>
      <dgm:spPr/>
    </dgm:pt>
    <dgm:pt modelId="{580E142E-2C33-4356-ABAB-7E7CEF661814}" type="pres">
      <dgm:prSet presAssocID="{35D2726B-C6C4-417E-8AD0-A6F21F8B0E52}" presName="FourNodes_2_text" presStyleLbl="node1" presStyleIdx="3" presStyleCnt="4">
        <dgm:presLayoutVars>
          <dgm:bulletEnabled val="1"/>
        </dgm:presLayoutVars>
      </dgm:prSet>
      <dgm:spPr/>
    </dgm:pt>
    <dgm:pt modelId="{B1573070-CC17-4EB8-AFC7-9D6B01D316A2}" type="pres">
      <dgm:prSet presAssocID="{35D2726B-C6C4-417E-8AD0-A6F21F8B0E52}" presName="FourNodes_3_text" presStyleLbl="node1" presStyleIdx="3" presStyleCnt="4">
        <dgm:presLayoutVars>
          <dgm:bulletEnabled val="1"/>
        </dgm:presLayoutVars>
      </dgm:prSet>
      <dgm:spPr/>
    </dgm:pt>
    <dgm:pt modelId="{3B894B16-C6E0-4153-A26A-01326D397A7D}" type="pres">
      <dgm:prSet presAssocID="{35D2726B-C6C4-417E-8AD0-A6F21F8B0E5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A061F0B-30D7-4097-88DF-CD640104C0E4}" type="presOf" srcId="{35D2726B-C6C4-417E-8AD0-A6F21F8B0E52}" destId="{11D0B482-45F4-4EF9-9205-9321F19A6499}" srcOrd="0" destOrd="0" presId="urn:microsoft.com/office/officeart/2005/8/layout/vProcess5"/>
    <dgm:cxn modelId="{B2ACBC10-3269-4209-AFE2-B4A397585ACD}" srcId="{35D2726B-C6C4-417E-8AD0-A6F21F8B0E52}" destId="{18533678-F8B3-4C78-A630-FC04B8081F46}" srcOrd="3" destOrd="0" parTransId="{C07D4C49-FD52-43A8-BFE1-DB591057BB24}" sibTransId="{5FE163DB-D9E7-40A7-AC58-6E4F80941F45}"/>
    <dgm:cxn modelId="{98B40145-F6E5-4455-93F3-639D5B5A523D}" srcId="{35D2726B-C6C4-417E-8AD0-A6F21F8B0E52}" destId="{C2CDDC7D-05BE-4380-AEA5-82AEA02FF514}" srcOrd="2" destOrd="0" parTransId="{63614C3C-C141-4DD9-928D-06812A31CFE7}" sibTransId="{2C172103-B7F9-440E-93B4-4895B7AFD00A}"/>
    <dgm:cxn modelId="{1955DE46-5E10-4D93-B04C-CE94CEE4112B}" type="presOf" srcId="{E4E2AC59-210C-4FAB-9209-2CB3FA5591B8}" destId="{B366C311-5DAC-4AC9-8973-0AA90CEFA9EB}" srcOrd="0" destOrd="0" presId="urn:microsoft.com/office/officeart/2005/8/layout/vProcess5"/>
    <dgm:cxn modelId="{26974386-3EE6-41F4-B89D-6D02DC98FD77}" type="presOf" srcId="{65F355F0-C2D2-4851-8992-D985E64B367E}" destId="{22AD69F7-B9FC-4113-8077-FAD3062FFB0E}" srcOrd="0" destOrd="0" presId="urn:microsoft.com/office/officeart/2005/8/layout/vProcess5"/>
    <dgm:cxn modelId="{DF895A89-E9F1-4915-A7C1-8072120D1D5D}" type="presOf" srcId="{F71ECC4C-52E3-4E3B-B726-498226F919C4}" destId="{E8A2E43C-A7F0-49B2-9524-FD5B0501D3D9}" srcOrd="0" destOrd="0" presId="urn:microsoft.com/office/officeart/2005/8/layout/vProcess5"/>
    <dgm:cxn modelId="{62DCEB8F-DB81-4793-A3A9-DF353D08C069}" type="presOf" srcId="{C2CDDC7D-05BE-4380-AEA5-82AEA02FF514}" destId="{B1573070-CC17-4EB8-AFC7-9D6B01D316A2}" srcOrd="1" destOrd="0" presId="urn:microsoft.com/office/officeart/2005/8/layout/vProcess5"/>
    <dgm:cxn modelId="{5806F29C-89D0-494C-B20C-887580565EAD}" type="presOf" srcId="{2C172103-B7F9-440E-93B4-4895B7AFD00A}" destId="{AC7662E2-4FE0-4C02-B3DD-09969B5B9607}" srcOrd="0" destOrd="0" presId="urn:microsoft.com/office/officeart/2005/8/layout/vProcess5"/>
    <dgm:cxn modelId="{0EFA7BA6-9D86-409F-B5A4-B91DEE2E2090}" type="presOf" srcId="{09C325C0-F231-44DE-A3FB-9E2D5397CD0D}" destId="{4AA8B38F-6240-4A5C-8963-97A600D03A3D}" srcOrd="0" destOrd="0" presId="urn:microsoft.com/office/officeart/2005/8/layout/vProcess5"/>
    <dgm:cxn modelId="{C9C734AE-A2F6-4F9B-9A17-DB0CF5DEBE93}" srcId="{35D2726B-C6C4-417E-8AD0-A6F21F8B0E52}" destId="{65F355F0-C2D2-4851-8992-D985E64B367E}" srcOrd="1" destOrd="0" parTransId="{D91A6BF9-628B-4660-9CDC-4CB13E5ADE0B}" sibTransId="{09C325C0-F231-44DE-A3FB-9E2D5397CD0D}"/>
    <dgm:cxn modelId="{90B13EAF-2654-4030-98D7-CA7A2D6694E7}" type="presOf" srcId="{18533678-F8B3-4C78-A630-FC04B8081F46}" destId="{E8164175-E8C1-4413-8EDA-370992D050BF}" srcOrd="0" destOrd="0" presId="urn:microsoft.com/office/officeart/2005/8/layout/vProcess5"/>
    <dgm:cxn modelId="{D81058C3-8EB8-440C-9994-ECE60105C5AC}" type="presOf" srcId="{65F355F0-C2D2-4851-8992-D985E64B367E}" destId="{580E142E-2C33-4356-ABAB-7E7CEF661814}" srcOrd="1" destOrd="0" presId="urn:microsoft.com/office/officeart/2005/8/layout/vProcess5"/>
    <dgm:cxn modelId="{E36231D0-FD12-4F77-9182-30ECD40649EF}" type="presOf" srcId="{E4E2AC59-210C-4FAB-9209-2CB3FA5591B8}" destId="{C919EF7F-F974-44FA-9A45-912E96AB7F4A}" srcOrd="1" destOrd="0" presId="urn:microsoft.com/office/officeart/2005/8/layout/vProcess5"/>
    <dgm:cxn modelId="{AFA6DFDD-9E6D-48DF-9013-6044500977B0}" type="presOf" srcId="{C2CDDC7D-05BE-4380-AEA5-82AEA02FF514}" destId="{2CA3E7F9-21CF-462C-98F9-F8D1676BD7EA}" srcOrd="0" destOrd="0" presId="urn:microsoft.com/office/officeart/2005/8/layout/vProcess5"/>
    <dgm:cxn modelId="{25EA0DDF-0423-467C-9A94-A06730F98109}" srcId="{35D2726B-C6C4-417E-8AD0-A6F21F8B0E52}" destId="{E4E2AC59-210C-4FAB-9209-2CB3FA5591B8}" srcOrd="0" destOrd="0" parTransId="{DB9E5ED8-DC0C-4D4E-AA37-E72B971A04DC}" sibTransId="{F71ECC4C-52E3-4E3B-B726-498226F919C4}"/>
    <dgm:cxn modelId="{455B43F0-7741-4E02-BA40-A4A801719E95}" type="presOf" srcId="{18533678-F8B3-4C78-A630-FC04B8081F46}" destId="{3B894B16-C6E0-4153-A26A-01326D397A7D}" srcOrd="1" destOrd="0" presId="urn:microsoft.com/office/officeart/2005/8/layout/vProcess5"/>
    <dgm:cxn modelId="{FFFF051A-78E3-4993-A1B0-EA5E47ACA556}" type="presParOf" srcId="{11D0B482-45F4-4EF9-9205-9321F19A6499}" destId="{847E453C-424A-48D7-92D9-5620BC797578}" srcOrd="0" destOrd="0" presId="urn:microsoft.com/office/officeart/2005/8/layout/vProcess5"/>
    <dgm:cxn modelId="{3BD0BCA5-A879-4587-9835-E650EC030D57}" type="presParOf" srcId="{11D0B482-45F4-4EF9-9205-9321F19A6499}" destId="{B366C311-5DAC-4AC9-8973-0AA90CEFA9EB}" srcOrd="1" destOrd="0" presId="urn:microsoft.com/office/officeart/2005/8/layout/vProcess5"/>
    <dgm:cxn modelId="{F37F0A79-E884-4B68-95DB-4EC7BCD6D2DD}" type="presParOf" srcId="{11D0B482-45F4-4EF9-9205-9321F19A6499}" destId="{22AD69F7-B9FC-4113-8077-FAD3062FFB0E}" srcOrd="2" destOrd="0" presId="urn:microsoft.com/office/officeart/2005/8/layout/vProcess5"/>
    <dgm:cxn modelId="{EA9AAE7B-C8F2-42FC-85D8-DC5C31A707EA}" type="presParOf" srcId="{11D0B482-45F4-4EF9-9205-9321F19A6499}" destId="{2CA3E7F9-21CF-462C-98F9-F8D1676BD7EA}" srcOrd="3" destOrd="0" presId="urn:microsoft.com/office/officeart/2005/8/layout/vProcess5"/>
    <dgm:cxn modelId="{D5D8BB2E-190F-41CA-9E13-511731DDE634}" type="presParOf" srcId="{11D0B482-45F4-4EF9-9205-9321F19A6499}" destId="{E8164175-E8C1-4413-8EDA-370992D050BF}" srcOrd="4" destOrd="0" presId="urn:microsoft.com/office/officeart/2005/8/layout/vProcess5"/>
    <dgm:cxn modelId="{C8478F87-E38A-4DA9-8C85-FF6AD394627C}" type="presParOf" srcId="{11D0B482-45F4-4EF9-9205-9321F19A6499}" destId="{E8A2E43C-A7F0-49B2-9524-FD5B0501D3D9}" srcOrd="5" destOrd="0" presId="urn:microsoft.com/office/officeart/2005/8/layout/vProcess5"/>
    <dgm:cxn modelId="{26867908-346E-4B57-9920-83719C7131F1}" type="presParOf" srcId="{11D0B482-45F4-4EF9-9205-9321F19A6499}" destId="{4AA8B38F-6240-4A5C-8963-97A600D03A3D}" srcOrd="6" destOrd="0" presId="urn:microsoft.com/office/officeart/2005/8/layout/vProcess5"/>
    <dgm:cxn modelId="{B16F64FA-963C-4ACF-A03D-E4698B784126}" type="presParOf" srcId="{11D0B482-45F4-4EF9-9205-9321F19A6499}" destId="{AC7662E2-4FE0-4C02-B3DD-09969B5B9607}" srcOrd="7" destOrd="0" presId="urn:microsoft.com/office/officeart/2005/8/layout/vProcess5"/>
    <dgm:cxn modelId="{A8D6C259-6B5D-4B71-9B75-E1D30DF6686A}" type="presParOf" srcId="{11D0B482-45F4-4EF9-9205-9321F19A6499}" destId="{C919EF7F-F974-44FA-9A45-912E96AB7F4A}" srcOrd="8" destOrd="0" presId="urn:microsoft.com/office/officeart/2005/8/layout/vProcess5"/>
    <dgm:cxn modelId="{81531010-2597-46F8-9DC6-644894C7B6C6}" type="presParOf" srcId="{11D0B482-45F4-4EF9-9205-9321F19A6499}" destId="{580E142E-2C33-4356-ABAB-7E7CEF661814}" srcOrd="9" destOrd="0" presId="urn:microsoft.com/office/officeart/2005/8/layout/vProcess5"/>
    <dgm:cxn modelId="{8D848091-F866-4AFE-8531-032FD0DD83C6}" type="presParOf" srcId="{11D0B482-45F4-4EF9-9205-9321F19A6499}" destId="{B1573070-CC17-4EB8-AFC7-9D6B01D316A2}" srcOrd="10" destOrd="0" presId="urn:microsoft.com/office/officeart/2005/8/layout/vProcess5"/>
    <dgm:cxn modelId="{A26FF88C-66CF-41A9-A8FA-F6295CCB1B29}" type="presParOf" srcId="{11D0B482-45F4-4EF9-9205-9321F19A6499}" destId="{3B894B16-C6E0-4153-A26A-01326D397A7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0AD12D-6A22-4E0A-9AA2-54C45E142F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49A67D-678B-4A0B-B889-97E26829B5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Knowledge base files created.</a:t>
          </a:r>
        </a:p>
      </dgm:t>
    </dgm:pt>
    <dgm:pt modelId="{97D15DFE-7598-49E4-9942-9C5FC43949D2}" type="parTrans" cxnId="{D190D0AE-C1A0-4337-A752-4EB875458E08}">
      <dgm:prSet/>
      <dgm:spPr/>
      <dgm:t>
        <a:bodyPr/>
        <a:lstStyle/>
        <a:p>
          <a:endParaRPr lang="en-US"/>
        </a:p>
      </dgm:t>
    </dgm:pt>
    <dgm:pt modelId="{16CDD151-6935-4FAB-BE71-5E6B9B8F3357}" type="sibTrans" cxnId="{D190D0AE-C1A0-4337-A752-4EB875458E08}">
      <dgm:prSet/>
      <dgm:spPr/>
      <dgm:t>
        <a:bodyPr/>
        <a:lstStyle/>
        <a:p>
          <a:endParaRPr lang="en-US"/>
        </a:p>
      </dgm:t>
    </dgm:pt>
    <dgm:pt modelId="{52D6FAA8-3FB0-4254-BEB8-64365D9CE9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English and Bangla content inserted.</a:t>
          </a:r>
        </a:p>
      </dgm:t>
    </dgm:pt>
    <dgm:pt modelId="{4019A036-7D1E-4430-9703-1A8B0A22B83F}" type="parTrans" cxnId="{1B3843FC-8AD8-428E-9DBA-C97AA3B4CFF5}">
      <dgm:prSet/>
      <dgm:spPr/>
      <dgm:t>
        <a:bodyPr/>
        <a:lstStyle/>
        <a:p>
          <a:endParaRPr lang="en-US"/>
        </a:p>
      </dgm:t>
    </dgm:pt>
    <dgm:pt modelId="{BE00D020-8546-4983-A8A6-38F31E03C8EA}" type="sibTrans" cxnId="{1B3843FC-8AD8-428E-9DBA-C97AA3B4CFF5}">
      <dgm:prSet/>
      <dgm:spPr/>
      <dgm:t>
        <a:bodyPr/>
        <a:lstStyle/>
        <a:p>
          <a:endParaRPr lang="en-US"/>
        </a:p>
      </dgm:t>
    </dgm:pt>
    <dgm:pt modelId="{32F14888-E2FF-4408-9881-D0610EA0CD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Backend reading system being connected.</a:t>
          </a:r>
        </a:p>
      </dgm:t>
    </dgm:pt>
    <dgm:pt modelId="{823BDECE-B060-400C-9A62-C5B1E521EFE4}" type="parTrans" cxnId="{D3938528-1A93-4E50-B009-78DA2C8CF56E}">
      <dgm:prSet/>
      <dgm:spPr/>
      <dgm:t>
        <a:bodyPr/>
        <a:lstStyle/>
        <a:p>
          <a:endParaRPr lang="en-US"/>
        </a:p>
      </dgm:t>
    </dgm:pt>
    <dgm:pt modelId="{0ACBABBC-50BC-4449-A870-D62486841DC2}" type="sibTrans" cxnId="{D3938528-1A93-4E50-B009-78DA2C8CF56E}">
      <dgm:prSet/>
      <dgm:spPr/>
      <dgm:t>
        <a:bodyPr/>
        <a:lstStyle/>
        <a:p>
          <a:endParaRPr lang="en-US"/>
        </a:p>
      </dgm:t>
    </dgm:pt>
    <dgm:pt modelId="{C88939D6-6ACE-4966-826F-B972312F5C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Preparing chatbot response system.</a:t>
          </a:r>
        </a:p>
      </dgm:t>
    </dgm:pt>
    <dgm:pt modelId="{AE4341CC-36F7-4AC0-A50A-A528862257ED}" type="parTrans" cxnId="{C9E62C24-5424-406E-B0F3-A7D4452BFD7A}">
      <dgm:prSet/>
      <dgm:spPr/>
      <dgm:t>
        <a:bodyPr/>
        <a:lstStyle/>
        <a:p>
          <a:endParaRPr lang="en-US"/>
        </a:p>
      </dgm:t>
    </dgm:pt>
    <dgm:pt modelId="{838FE856-8E64-420F-8A97-C3DF69EFE498}" type="sibTrans" cxnId="{C9E62C24-5424-406E-B0F3-A7D4452BFD7A}">
      <dgm:prSet/>
      <dgm:spPr/>
      <dgm:t>
        <a:bodyPr/>
        <a:lstStyle/>
        <a:p>
          <a:endParaRPr lang="en-US"/>
        </a:p>
      </dgm:t>
    </dgm:pt>
    <dgm:pt modelId="{93730D72-6911-4873-8297-C1DEC674CB4E}" type="pres">
      <dgm:prSet presAssocID="{A10AD12D-6A22-4E0A-9AA2-54C45E142FD3}" presName="root" presStyleCnt="0">
        <dgm:presLayoutVars>
          <dgm:dir/>
          <dgm:resizeHandles val="exact"/>
        </dgm:presLayoutVars>
      </dgm:prSet>
      <dgm:spPr/>
    </dgm:pt>
    <dgm:pt modelId="{D326FED8-51EE-4809-9B6F-F8F01DDC07DF}" type="pres">
      <dgm:prSet presAssocID="{8C49A67D-678B-4A0B-B889-97E26829B5EF}" presName="compNode" presStyleCnt="0"/>
      <dgm:spPr/>
    </dgm:pt>
    <dgm:pt modelId="{328DC302-E3BD-4834-B641-14D71F450AB5}" type="pres">
      <dgm:prSet presAssocID="{8C49A67D-678B-4A0B-B889-97E26829B5EF}" presName="bgRect" presStyleLbl="bgShp" presStyleIdx="0" presStyleCnt="4"/>
      <dgm:spPr/>
    </dgm:pt>
    <dgm:pt modelId="{81F1D0B5-C548-4480-8D85-279E49D64C5C}" type="pres">
      <dgm:prSet presAssocID="{8C49A67D-678B-4A0B-B889-97E26829B5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6BBE2215-1137-4525-8F4D-F61AA5E6E7E3}" type="pres">
      <dgm:prSet presAssocID="{8C49A67D-678B-4A0B-B889-97E26829B5EF}" presName="spaceRect" presStyleCnt="0"/>
      <dgm:spPr/>
    </dgm:pt>
    <dgm:pt modelId="{89131C52-1652-4EEA-AB3C-A427FB46D61B}" type="pres">
      <dgm:prSet presAssocID="{8C49A67D-678B-4A0B-B889-97E26829B5EF}" presName="parTx" presStyleLbl="revTx" presStyleIdx="0" presStyleCnt="4">
        <dgm:presLayoutVars>
          <dgm:chMax val="0"/>
          <dgm:chPref val="0"/>
        </dgm:presLayoutVars>
      </dgm:prSet>
      <dgm:spPr/>
    </dgm:pt>
    <dgm:pt modelId="{1EEF3147-B4CA-4E72-95B2-16CCEAEEA31D}" type="pres">
      <dgm:prSet presAssocID="{16CDD151-6935-4FAB-BE71-5E6B9B8F3357}" presName="sibTrans" presStyleCnt="0"/>
      <dgm:spPr/>
    </dgm:pt>
    <dgm:pt modelId="{7E3FA000-8C14-4037-9A24-6E53CBF0050B}" type="pres">
      <dgm:prSet presAssocID="{52D6FAA8-3FB0-4254-BEB8-64365D9CE990}" presName="compNode" presStyleCnt="0"/>
      <dgm:spPr/>
    </dgm:pt>
    <dgm:pt modelId="{9E0BC781-1A7C-43D9-A9E7-0B00ECE3D1A5}" type="pres">
      <dgm:prSet presAssocID="{52D6FAA8-3FB0-4254-BEB8-64365D9CE990}" presName="bgRect" presStyleLbl="bgShp" presStyleIdx="1" presStyleCnt="4"/>
      <dgm:spPr/>
    </dgm:pt>
    <dgm:pt modelId="{F38360CD-6940-4770-BA33-A8218B0DB3CB}" type="pres">
      <dgm:prSet presAssocID="{52D6FAA8-3FB0-4254-BEB8-64365D9CE9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A9139136-4573-4C09-8835-19D3BC708F3B}" type="pres">
      <dgm:prSet presAssocID="{52D6FAA8-3FB0-4254-BEB8-64365D9CE990}" presName="spaceRect" presStyleCnt="0"/>
      <dgm:spPr/>
    </dgm:pt>
    <dgm:pt modelId="{C09B00BE-C627-4598-97FD-C688021D7814}" type="pres">
      <dgm:prSet presAssocID="{52D6FAA8-3FB0-4254-BEB8-64365D9CE990}" presName="parTx" presStyleLbl="revTx" presStyleIdx="1" presStyleCnt="4">
        <dgm:presLayoutVars>
          <dgm:chMax val="0"/>
          <dgm:chPref val="0"/>
        </dgm:presLayoutVars>
      </dgm:prSet>
      <dgm:spPr/>
    </dgm:pt>
    <dgm:pt modelId="{BFD8628C-C500-4219-8508-24529717DA34}" type="pres">
      <dgm:prSet presAssocID="{BE00D020-8546-4983-A8A6-38F31E03C8EA}" presName="sibTrans" presStyleCnt="0"/>
      <dgm:spPr/>
    </dgm:pt>
    <dgm:pt modelId="{B0C0ADE5-3019-4D60-9B6A-9B4DC5641F11}" type="pres">
      <dgm:prSet presAssocID="{32F14888-E2FF-4408-9881-D0610EA0CD30}" presName="compNode" presStyleCnt="0"/>
      <dgm:spPr/>
    </dgm:pt>
    <dgm:pt modelId="{3789C689-ABF8-4048-A53F-2EC9A66FFA38}" type="pres">
      <dgm:prSet presAssocID="{32F14888-E2FF-4408-9881-D0610EA0CD30}" presName="bgRect" presStyleLbl="bgShp" presStyleIdx="2" presStyleCnt="4"/>
      <dgm:spPr/>
    </dgm:pt>
    <dgm:pt modelId="{2E7544AB-94FE-4717-B4D0-0192AFD9159A}" type="pres">
      <dgm:prSet presAssocID="{32F14888-E2FF-4408-9881-D0610EA0CD3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42B426E2-6A45-464D-AF6B-4EF5860AB8D7}" type="pres">
      <dgm:prSet presAssocID="{32F14888-E2FF-4408-9881-D0610EA0CD30}" presName="spaceRect" presStyleCnt="0"/>
      <dgm:spPr/>
    </dgm:pt>
    <dgm:pt modelId="{6FA8BDE3-700A-4E1E-B439-9F69B3F840F0}" type="pres">
      <dgm:prSet presAssocID="{32F14888-E2FF-4408-9881-D0610EA0CD30}" presName="parTx" presStyleLbl="revTx" presStyleIdx="2" presStyleCnt="4">
        <dgm:presLayoutVars>
          <dgm:chMax val="0"/>
          <dgm:chPref val="0"/>
        </dgm:presLayoutVars>
      </dgm:prSet>
      <dgm:spPr/>
    </dgm:pt>
    <dgm:pt modelId="{3A3F3197-5123-4B28-97A9-458D2DB45C2C}" type="pres">
      <dgm:prSet presAssocID="{0ACBABBC-50BC-4449-A870-D62486841DC2}" presName="sibTrans" presStyleCnt="0"/>
      <dgm:spPr/>
    </dgm:pt>
    <dgm:pt modelId="{22202793-4C1F-4DEA-AFD5-4D45DD146678}" type="pres">
      <dgm:prSet presAssocID="{C88939D6-6ACE-4966-826F-B972312F5CF6}" presName="compNode" presStyleCnt="0"/>
      <dgm:spPr/>
    </dgm:pt>
    <dgm:pt modelId="{4D2D8A42-4EEF-4066-9A55-F227A9DAFE53}" type="pres">
      <dgm:prSet presAssocID="{C88939D6-6ACE-4966-826F-B972312F5CF6}" presName="bgRect" presStyleLbl="bgShp" presStyleIdx="3" presStyleCnt="4"/>
      <dgm:spPr/>
    </dgm:pt>
    <dgm:pt modelId="{D3CE2EDE-4F9A-48A2-8DC3-B26D621D4FAD}" type="pres">
      <dgm:prSet presAssocID="{C88939D6-6ACE-4966-826F-B972312F5C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9C80030A-FD30-4CCA-82ED-897E956611A6}" type="pres">
      <dgm:prSet presAssocID="{C88939D6-6ACE-4966-826F-B972312F5CF6}" presName="spaceRect" presStyleCnt="0"/>
      <dgm:spPr/>
    </dgm:pt>
    <dgm:pt modelId="{2E685C6A-64E0-40BF-98CD-36D05C28B636}" type="pres">
      <dgm:prSet presAssocID="{C88939D6-6ACE-4966-826F-B972312F5CF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E6BEC07-4593-4800-BA69-A13609C80C40}" type="presOf" srcId="{32F14888-E2FF-4408-9881-D0610EA0CD30}" destId="{6FA8BDE3-700A-4E1E-B439-9F69B3F840F0}" srcOrd="0" destOrd="0" presId="urn:microsoft.com/office/officeart/2018/2/layout/IconVerticalSolidList"/>
    <dgm:cxn modelId="{C9E62C24-5424-406E-B0F3-A7D4452BFD7A}" srcId="{A10AD12D-6A22-4E0A-9AA2-54C45E142FD3}" destId="{C88939D6-6ACE-4966-826F-B972312F5CF6}" srcOrd="3" destOrd="0" parTransId="{AE4341CC-36F7-4AC0-A50A-A528862257ED}" sibTransId="{838FE856-8E64-420F-8A97-C3DF69EFE498}"/>
    <dgm:cxn modelId="{D3938528-1A93-4E50-B009-78DA2C8CF56E}" srcId="{A10AD12D-6A22-4E0A-9AA2-54C45E142FD3}" destId="{32F14888-E2FF-4408-9881-D0610EA0CD30}" srcOrd="2" destOrd="0" parTransId="{823BDECE-B060-400C-9A62-C5B1E521EFE4}" sibTransId="{0ACBABBC-50BC-4449-A870-D62486841DC2}"/>
    <dgm:cxn modelId="{77D60831-D5A5-463B-833E-C55CDEF77C70}" type="presOf" srcId="{8C49A67D-678B-4A0B-B889-97E26829B5EF}" destId="{89131C52-1652-4EEA-AB3C-A427FB46D61B}" srcOrd="0" destOrd="0" presId="urn:microsoft.com/office/officeart/2018/2/layout/IconVerticalSolidList"/>
    <dgm:cxn modelId="{4091CAA8-A541-4DAE-8C79-C2144FAA9064}" type="presOf" srcId="{A10AD12D-6A22-4E0A-9AA2-54C45E142FD3}" destId="{93730D72-6911-4873-8297-C1DEC674CB4E}" srcOrd="0" destOrd="0" presId="urn:microsoft.com/office/officeart/2018/2/layout/IconVerticalSolidList"/>
    <dgm:cxn modelId="{D190D0AE-C1A0-4337-A752-4EB875458E08}" srcId="{A10AD12D-6A22-4E0A-9AA2-54C45E142FD3}" destId="{8C49A67D-678B-4A0B-B889-97E26829B5EF}" srcOrd="0" destOrd="0" parTransId="{97D15DFE-7598-49E4-9942-9C5FC43949D2}" sibTransId="{16CDD151-6935-4FAB-BE71-5E6B9B8F3357}"/>
    <dgm:cxn modelId="{762F55B4-8143-45F4-A748-A02C93C0DB98}" type="presOf" srcId="{C88939D6-6ACE-4966-826F-B972312F5CF6}" destId="{2E685C6A-64E0-40BF-98CD-36D05C28B636}" srcOrd="0" destOrd="0" presId="urn:microsoft.com/office/officeart/2018/2/layout/IconVerticalSolidList"/>
    <dgm:cxn modelId="{7EE7CDE0-0960-451D-BF83-185E80800196}" type="presOf" srcId="{52D6FAA8-3FB0-4254-BEB8-64365D9CE990}" destId="{C09B00BE-C627-4598-97FD-C688021D7814}" srcOrd="0" destOrd="0" presId="urn:microsoft.com/office/officeart/2018/2/layout/IconVerticalSolidList"/>
    <dgm:cxn modelId="{1B3843FC-8AD8-428E-9DBA-C97AA3B4CFF5}" srcId="{A10AD12D-6A22-4E0A-9AA2-54C45E142FD3}" destId="{52D6FAA8-3FB0-4254-BEB8-64365D9CE990}" srcOrd="1" destOrd="0" parTransId="{4019A036-7D1E-4430-9703-1A8B0A22B83F}" sibTransId="{BE00D020-8546-4983-A8A6-38F31E03C8EA}"/>
    <dgm:cxn modelId="{4B25D8CD-4DEE-4E67-B4B2-2375235664B5}" type="presParOf" srcId="{93730D72-6911-4873-8297-C1DEC674CB4E}" destId="{D326FED8-51EE-4809-9B6F-F8F01DDC07DF}" srcOrd="0" destOrd="0" presId="urn:microsoft.com/office/officeart/2018/2/layout/IconVerticalSolidList"/>
    <dgm:cxn modelId="{80FD8711-E90B-4CBF-897B-617568AA5F44}" type="presParOf" srcId="{D326FED8-51EE-4809-9B6F-F8F01DDC07DF}" destId="{328DC302-E3BD-4834-B641-14D71F450AB5}" srcOrd="0" destOrd="0" presId="urn:microsoft.com/office/officeart/2018/2/layout/IconVerticalSolidList"/>
    <dgm:cxn modelId="{BE8C456B-EC50-4280-8431-7457F18D3C24}" type="presParOf" srcId="{D326FED8-51EE-4809-9B6F-F8F01DDC07DF}" destId="{81F1D0B5-C548-4480-8D85-279E49D64C5C}" srcOrd="1" destOrd="0" presId="urn:microsoft.com/office/officeart/2018/2/layout/IconVerticalSolidList"/>
    <dgm:cxn modelId="{D17B1573-D8B7-4FD2-A923-6DD1DCF2C90C}" type="presParOf" srcId="{D326FED8-51EE-4809-9B6F-F8F01DDC07DF}" destId="{6BBE2215-1137-4525-8F4D-F61AA5E6E7E3}" srcOrd="2" destOrd="0" presId="urn:microsoft.com/office/officeart/2018/2/layout/IconVerticalSolidList"/>
    <dgm:cxn modelId="{A2D0780C-674F-4EE7-A568-78854A8FE0CE}" type="presParOf" srcId="{D326FED8-51EE-4809-9B6F-F8F01DDC07DF}" destId="{89131C52-1652-4EEA-AB3C-A427FB46D61B}" srcOrd="3" destOrd="0" presId="urn:microsoft.com/office/officeart/2018/2/layout/IconVerticalSolidList"/>
    <dgm:cxn modelId="{DCB3B31E-EB5A-41B8-9AEA-C7183CA38467}" type="presParOf" srcId="{93730D72-6911-4873-8297-C1DEC674CB4E}" destId="{1EEF3147-B4CA-4E72-95B2-16CCEAEEA31D}" srcOrd="1" destOrd="0" presId="urn:microsoft.com/office/officeart/2018/2/layout/IconVerticalSolidList"/>
    <dgm:cxn modelId="{048717A7-3CAD-4722-99D5-E17BFB2A9C32}" type="presParOf" srcId="{93730D72-6911-4873-8297-C1DEC674CB4E}" destId="{7E3FA000-8C14-4037-9A24-6E53CBF0050B}" srcOrd="2" destOrd="0" presId="urn:microsoft.com/office/officeart/2018/2/layout/IconVerticalSolidList"/>
    <dgm:cxn modelId="{CF9B3551-31F6-413F-BDE3-4624390FA413}" type="presParOf" srcId="{7E3FA000-8C14-4037-9A24-6E53CBF0050B}" destId="{9E0BC781-1A7C-43D9-A9E7-0B00ECE3D1A5}" srcOrd="0" destOrd="0" presId="urn:microsoft.com/office/officeart/2018/2/layout/IconVerticalSolidList"/>
    <dgm:cxn modelId="{A95BE3D9-1187-4D5B-A515-4EB23CE8AE2C}" type="presParOf" srcId="{7E3FA000-8C14-4037-9A24-6E53CBF0050B}" destId="{F38360CD-6940-4770-BA33-A8218B0DB3CB}" srcOrd="1" destOrd="0" presId="urn:microsoft.com/office/officeart/2018/2/layout/IconVerticalSolidList"/>
    <dgm:cxn modelId="{56CB1292-7CB1-49CD-9C42-46F8DD570311}" type="presParOf" srcId="{7E3FA000-8C14-4037-9A24-6E53CBF0050B}" destId="{A9139136-4573-4C09-8835-19D3BC708F3B}" srcOrd="2" destOrd="0" presId="urn:microsoft.com/office/officeart/2018/2/layout/IconVerticalSolidList"/>
    <dgm:cxn modelId="{BFCAFC2B-A773-47A7-9E55-0D310131C07A}" type="presParOf" srcId="{7E3FA000-8C14-4037-9A24-6E53CBF0050B}" destId="{C09B00BE-C627-4598-97FD-C688021D7814}" srcOrd="3" destOrd="0" presId="urn:microsoft.com/office/officeart/2018/2/layout/IconVerticalSolidList"/>
    <dgm:cxn modelId="{1D7B9B0B-B29D-46E1-A164-F2658542DEDB}" type="presParOf" srcId="{93730D72-6911-4873-8297-C1DEC674CB4E}" destId="{BFD8628C-C500-4219-8508-24529717DA34}" srcOrd="3" destOrd="0" presId="urn:microsoft.com/office/officeart/2018/2/layout/IconVerticalSolidList"/>
    <dgm:cxn modelId="{333A31E5-EF2B-48F6-9AD8-D78F2A78E8F2}" type="presParOf" srcId="{93730D72-6911-4873-8297-C1DEC674CB4E}" destId="{B0C0ADE5-3019-4D60-9B6A-9B4DC5641F11}" srcOrd="4" destOrd="0" presId="urn:microsoft.com/office/officeart/2018/2/layout/IconVerticalSolidList"/>
    <dgm:cxn modelId="{79FC8F1F-D845-4C4A-BAA0-2222CA94C182}" type="presParOf" srcId="{B0C0ADE5-3019-4D60-9B6A-9B4DC5641F11}" destId="{3789C689-ABF8-4048-A53F-2EC9A66FFA38}" srcOrd="0" destOrd="0" presId="urn:microsoft.com/office/officeart/2018/2/layout/IconVerticalSolidList"/>
    <dgm:cxn modelId="{953AD6B2-9D1C-4160-90F1-72F4C3B2A15C}" type="presParOf" srcId="{B0C0ADE5-3019-4D60-9B6A-9B4DC5641F11}" destId="{2E7544AB-94FE-4717-B4D0-0192AFD9159A}" srcOrd="1" destOrd="0" presId="urn:microsoft.com/office/officeart/2018/2/layout/IconVerticalSolidList"/>
    <dgm:cxn modelId="{958CAF7E-79FB-45D7-BBA9-87C524B81D43}" type="presParOf" srcId="{B0C0ADE5-3019-4D60-9B6A-9B4DC5641F11}" destId="{42B426E2-6A45-464D-AF6B-4EF5860AB8D7}" srcOrd="2" destOrd="0" presId="urn:microsoft.com/office/officeart/2018/2/layout/IconVerticalSolidList"/>
    <dgm:cxn modelId="{E60CD8FD-55B4-42D9-BCF7-B5F38ED03FFD}" type="presParOf" srcId="{B0C0ADE5-3019-4D60-9B6A-9B4DC5641F11}" destId="{6FA8BDE3-700A-4E1E-B439-9F69B3F840F0}" srcOrd="3" destOrd="0" presId="urn:microsoft.com/office/officeart/2018/2/layout/IconVerticalSolidList"/>
    <dgm:cxn modelId="{CD7DF172-7FB0-46D9-B20C-38D52FF1598D}" type="presParOf" srcId="{93730D72-6911-4873-8297-C1DEC674CB4E}" destId="{3A3F3197-5123-4B28-97A9-458D2DB45C2C}" srcOrd="5" destOrd="0" presId="urn:microsoft.com/office/officeart/2018/2/layout/IconVerticalSolidList"/>
    <dgm:cxn modelId="{28D8B9E8-E7CC-4B11-86E7-06893F363CBC}" type="presParOf" srcId="{93730D72-6911-4873-8297-C1DEC674CB4E}" destId="{22202793-4C1F-4DEA-AFD5-4D45DD146678}" srcOrd="6" destOrd="0" presId="urn:microsoft.com/office/officeart/2018/2/layout/IconVerticalSolidList"/>
    <dgm:cxn modelId="{BB39B65C-CE0A-4FA5-83FB-A727DE1ACDF2}" type="presParOf" srcId="{22202793-4C1F-4DEA-AFD5-4D45DD146678}" destId="{4D2D8A42-4EEF-4066-9A55-F227A9DAFE53}" srcOrd="0" destOrd="0" presId="urn:microsoft.com/office/officeart/2018/2/layout/IconVerticalSolidList"/>
    <dgm:cxn modelId="{FAF99E6E-659A-40A7-8FB4-17C1732EE2C9}" type="presParOf" srcId="{22202793-4C1F-4DEA-AFD5-4D45DD146678}" destId="{D3CE2EDE-4F9A-48A2-8DC3-B26D621D4FAD}" srcOrd="1" destOrd="0" presId="urn:microsoft.com/office/officeart/2018/2/layout/IconVerticalSolidList"/>
    <dgm:cxn modelId="{5D802069-9186-41F6-9AC4-5CE321605EC4}" type="presParOf" srcId="{22202793-4C1F-4DEA-AFD5-4D45DD146678}" destId="{9C80030A-FD30-4CCA-82ED-897E956611A6}" srcOrd="2" destOrd="0" presId="urn:microsoft.com/office/officeart/2018/2/layout/IconVerticalSolidList"/>
    <dgm:cxn modelId="{C341E5E9-8288-41A6-B051-3461F044931C}" type="presParOf" srcId="{22202793-4C1F-4DEA-AFD5-4D45DD146678}" destId="{2E685C6A-64E0-40BF-98CD-36D05C28B6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E1E4275-67F2-4F80-8F62-CA13484FFBC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284591B-0BDF-4BED-B003-028DE3EA5EAD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Build a </a:t>
          </a:r>
          <a:r>
            <a:rPr lang="en-US" b="1" dirty="0"/>
            <a:t>smart chatbot</a:t>
          </a:r>
          <a:r>
            <a:rPr lang="en-US" dirty="0"/>
            <a:t> to:</a:t>
          </a:r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Detect if skin is </a:t>
          </a:r>
          <a:r>
            <a:rPr lang="en-US" b="1" dirty="0"/>
            <a:t>arsenic-infected or not</a:t>
          </a:r>
          <a:endParaRPr lang="en-US" dirty="0"/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Give </a:t>
          </a:r>
          <a:r>
            <a:rPr lang="en-US" b="1" dirty="0"/>
            <a:t>advice and suggestions</a:t>
          </a:r>
          <a:r>
            <a:rPr lang="en-US" dirty="0"/>
            <a:t> if infection is found</a:t>
          </a:r>
        </a:p>
      </dgm:t>
    </dgm:pt>
    <dgm:pt modelId="{C41731A9-AB23-4D08-A803-47194B102190}" type="parTrans" cxnId="{117957FE-ECC4-41A2-9A0B-EEFCA0304574}">
      <dgm:prSet/>
      <dgm:spPr/>
      <dgm:t>
        <a:bodyPr/>
        <a:lstStyle/>
        <a:p>
          <a:endParaRPr lang="en-US"/>
        </a:p>
      </dgm:t>
    </dgm:pt>
    <dgm:pt modelId="{F78E8572-644D-4D73-8AD1-DCDF33CACF37}" type="sibTrans" cxnId="{117957FE-ECC4-41A2-9A0B-EEFCA0304574}">
      <dgm:prSet/>
      <dgm:spPr/>
      <dgm:t>
        <a:bodyPr/>
        <a:lstStyle/>
        <a:p>
          <a:endParaRPr lang="en-US"/>
        </a:p>
      </dgm:t>
    </dgm:pt>
    <dgm:pt modelId="{2BE9C2F6-D329-468B-9721-6BF277C11F89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Make the chatbot work in both English and Bangla.</a:t>
          </a:r>
        </a:p>
      </dgm:t>
    </dgm:pt>
    <dgm:pt modelId="{3D291C10-1BFD-43AD-810A-D3B2924B85DB}" type="parTrans" cxnId="{0025A7D4-5E36-4CD5-A4E0-18C7BE748151}">
      <dgm:prSet/>
      <dgm:spPr/>
      <dgm:t>
        <a:bodyPr/>
        <a:lstStyle/>
        <a:p>
          <a:endParaRPr lang="en-US"/>
        </a:p>
      </dgm:t>
    </dgm:pt>
    <dgm:pt modelId="{53E15832-04F8-4431-ADF0-7E220536A5D9}" type="sibTrans" cxnId="{0025A7D4-5E36-4CD5-A4E0-18C7BE748151}">
      <dgm:prSet/>
      <dgm:spPr/>
      <dgm:t>
        <a:bodyPr/>
        <a:lstStyle/>
        <a:p>
          <a:endParaRPr lang="en-US"/>
        </a:p>
      </dgm:t>
    </dgm:pt>
    <dgm:pt modelId="{EFB38324-056E-476E-BAE5-A0C4768785E1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Improve </a:t>
          </a:r>
          <a:r>
            <a:rPr lang="en-US" b="1" dirty="0"/>
            <a:t>chatbot knowledge base</a:t>
          </a:r>
          <a:r>
            <a:rPr lang="en-US" dirty="0"/>
            <a:t> with more topics</a:t>
          </a:r>
        </a:p>
      </dgm:t>
    </dgm:pt>
    <dgm:pt modelId="{CE919F05-904C-4657-9F33-0D9046E4638C}" type="parTrans" cxnId="{FF1759C1-D99C-464C-805F-4212FFD7A3C6}">
      <dgm:prSet/>
      <dgm:spPr/>
      <dgm:t>
        <a:bodyPr/>
        <a:lstStyle/>
        <a:p>
          <a:endParaRPr lang="en-US"/>
        </a:p>
      </dgm:t>
    </dgm:pt>
    <dgm:pt modelId="{4AA8DDD7-072F-4A72-ACA5-70F5BF44C19B}" type="sibTrans" cxnId="{FF1759C1-D99C-464C-805F-4212FFD7A3C6}">
      <dgm:prSet/>
      <dgm:spPr/>
      <dgm:t>
        <a:bodyPr/>
        <a:lstStyle/>
        <a:p>
          <a:endParaRPr lang="en-US"/>
        </a:p>
      </dgm:t>
    </dgm:pt>
    <dgm:pt modelId="{68DAC4B6-610C-4D38-B386-9297468AA77C}">
      <dgm:prSet/>
      <dgm:spPr>
        <a:solidFill>
          <a:schemeClr val="bg1"/>
        </a:solidFill>
      </dgm:spPr>
      <dgm:t>
        <a:bodyPr/>
        <a:lstStyle/>
        <a:p>
          <a:r>
            <a:rPr lang="en-US" b="1" dirty="0"/>
            <a:t>Deploy the system on the web</a:t>
          </a:r>
          <a:r>
            <a:rPr lang="en-US" dirty="0"/>
            <a:t> for easy access</a:t>
          </a:r>
        </a:p>
      </dgm:t>
    </dgm:pt>
    <dgm:pt modelId="{52C6082B-ACC0-4CB9-87C2-8B13E0928418}" type="parTrans" cxnId="{17975CF0-5A99-419D-A272-05021BE4F7B6}">
      <dgm:prSet/>
      <dgm:spPr/>
      <dgm:t>
        <a:bodyPr/>
        <a:lstStyle/>
        <a:p>
          <a:endParaRPr lang="en-US"/>
        </a:p>
      </dgm:t>
    </dgm:pt>
    <dgm:pt modelId="{02B70608-EFD8-4D0F-AAAF-F8CD2571546E}" type="sibTrans" cxnId="{17975CF0-5A99-419D-A272-05021BE4F7B6}">
      <dgm:prSet/>
      <dgm:spPr/>
      <dgm:t>
        <a:bodyPr/>
        <a:lstStyle/>
        <a:p>
          <a:endParaRPr lang="en-US"/>
        </a:p>
      </dgm:t>
    </dgm:pt>
    <dgm:pt modelId="{078FDA3A-BDBB-423B-97BC-E258564F0079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Test system with </a:t>
          </a:r>
          <a:r>
            <a:rPr lang="en-US" b="1" dirty="0"/>
            <a:t>real-world images</a:t>
          </a:r>
          <a:endParaRPr lang="en-US" dirty="0"/>
        </a:p>
      </dgm:t>
    </dgm:pt>
    <dgm:pt modelId="{37CB077E-4B7E-470D-9935-34E1268C4CC6}" type="parTrans" cxnId="{09A05F7F-13A9-49FD-A2F4-DE3C25448035}">
      <dgm:prSet/>
      <dgm:spPr/>
      <dgm:t>
        <a:bodyPr/>
        <a:lstStyle/>
        <a:p>
          <a:endParaRPr lang="en-US"/>
        </a:p>
      </dgm:t>
    </dgm:pt>
    <dgm:pt modelId="{14243158-85CC-4542-9B56-CCDB38D33287}" type="sibTrans" cxnId="{09A05F7F-13A9-49FD-A2F4-DE3C25448035}">
      <dgm:prSet/>
      <dgm:spPr/>
      <dgm:t>
        <a:bodyPr/>
        <a:lstStyle/>
        <a:p>
          <a:endParaRPr lang="en-US"/>
        </a:p>
      </dgm:t>
    </dgm:pt>
    <dgm:pt modelId="{55EFAF72-AE7A-45DA-9A54-C048C8E47451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Prepare for </a:t>
          </a:r>
          <a:r>
            <a:rPr lang="en-US" b="1" dirty="0"/>
            <a:t>full system integration</a:t>
          </a:r>
          <a:r>
            <a:rPr lang="en-US" dirty="0"/>
            <a:t> (model + web + chatbot)</a:t>
          </a:r>
        </a:p>
      </dgm:t>
    </dgm:pt>
    <dgm:pt modelId="{007BCD1D-158D-4995-BE03-35C0EFBED7E2}" type="parTrans" cxnId="{D8D21E2B-04D0-432B-8558-B4038A7E27D5}">
      <dgm:prSet/>
      <dgm:spPr/>
      <dgm:t>
        <a:bodyPr/>
        <a:lstStyle/>
        <a:p>
          <a:endParaRPr lang="en-US"/>
        </a:p>
      </dgm:t>
    </dgm:pt>
    <dgm:pt modelId="{8D7E9E73-8AAD-403B-93A7-91E773764D90}" type="sibTrans" cxnId="{D8D21E2B-04D0-432B-8558-B4038A7E27D5}">
      <dgm:prSet/>
      <dgm:spPr/>
      <dgm:t>
        <a:bodyPr/>
        <a:lstStyle/>
        <a:p>
          <a:endParaRPr lang="en-US"/>
        </a:p>
      </dgm:t>
    </dgm:pt>
    <dgm:pt modelId="{10408F22-A79D-4E14-B3D8-5C543E984563}" type="pres">
      <dgm:prSet presAssocID="{2E1E4275-67F2-4F80-8F62-CA13484FFBC8}" presName="Name0" presStyleCnt="0">
        <dgm:presLayoutVars>
          <dgm:dir/>
          <dgm:resizeHandles val="exact"/>
        </dgm:presLayoutVars>
      </dgm:prSet>
      <dgm:spPr/>
    </dgm:pt>
    <dgm:pt modelId="{81B10B6B-399C-4835-A6CA-7E4DC0A86BDA}" type="pres">
      <dgm:prSet presAssocID="{6284591B-0BDF-4BED-B003-028DE3EA5EAD}" presName="node" presStyleLbl="node1" presStyleIdx="0" presStyleCnt="6">
        <dgm:presLayoutVars>
          <dgm:bulletEnabled val="1"/>
        </dgm:presLayoutVars>
      </dgm:prSet>
      <dgm:spPr/>
    </dgm:pt>
    <dgm:pt modelId="{B4769D9F-29EC-4960-8080-54602C79CC53}" type="pres">
      <dgm:prSet presAssocID="{F78E8572-644D-4D73-8AD1-DCDF33CACF37}" presName="sibTrans" presStyleLbl="sibTrans1D1" presStyleIdx="0" presStyleCnt="5"/>
      <dgm:spPr/>
    </dgm:pt>
    <dgm:pt modelId="{36BEFF03-2C2F-463A-932E-11EB9DE2BFD0}" type="pres">
      <dgm:prSet presAssocID="{F78E8572-644D-4D73-8AD1-DCDF33CACF37}" presName="connectorText" presStyleLbl="sibTrans1D1" presStyleIdx="0" presStyleCnt="5"/>
      <dgm:spPr/>
    </dgm:pt>
    <dgm:pt modelId="{0C11F273-2A01-4689-9A17-AEED3DBD54CC}" type="pres">
      <dgm:prSet presAssocID="{2BE9C2F6-D329-468B-9721-6BF277C11F89}" presName="node" presStyleLbl="node1" presStyleIdx="1" presStyleCnt="6">
        <dgm:presLayoutVars>
          <dgm:bulletEnabled val="1"/>
        </dgm:presLayoutVars>
      </dgm:prSet>
      <dgm:spPr/>
    </dgm:pt>
    <dgm:pt modelId="{CF2C9262-5738-475C-B18C-71C2C7A5394B}" type="pres">
      <dgm:prSet presAssocID="{53E15832-04F8-4431-ADF0-7E220536A5D9}" presName="sibTrans" presStyleLbl="sibTrans1D1" presStyleIdx="1" presStyleCnt="5"/>
      <dgm:spPr/>
    </dgm:pt>
    <dgm:pt modelId="{E154ADA5-DAD4-42BD-8AD1-79E1A79CDDBC}" type="pres">
      <dgm:prSet presAssocID="{53E15832-04F8-4431-ADF0-7E220536A5D9}" presName="connectorText" presStyleLbl="sibTrans1D1" presStyleIdx="1" presStyleCnt="5"/>
      <dgm:spPr/>
    </dgm:pt>
    <dgm:pt modelId="{49980CB4-1DAA-488F-AC0A-164320EDDA32}" type="pres">
      <dgm:prSet presAssocID="{EFB38324-056E-476E-BAE5-A0C4768785E1}" presName="node" presStyleLbl="node1" presStyleIdx="2" presStyleCnt="6" custLinFactNeighborX="-369" custLinFactNeighborY="0">
        <dgm:presLayoutVars>
          <dgm:bulletEnabled val="1"/>
        </dgm:presLayoutVars>
      </dgm:prSet>
      <dgm:spPr/>
    </dgm:pt>
    <dgm:pt modelId="{543A0E78-B764-476F-A2B3-D60DE2457724}" type="pres">
      <dgm:prSet presAssocID="{4AA8DDD7-072F-4A72-ACA5-70F5BF44C19B}" presName="sibTrans" presStyleLbl="sibTrans1D1" presStyleIdx="2" presStyleCnt="5"/>
      <dgm:spPr/>
    </dgm:pt>
    <dgm:pt modelId="{77BA2C54-71D9-4C08-8B91-1FE9520C212A}" type="pres">
      <dgm:prSet presAssocID="{4AA8DDD7-072F-4A72-ACA5-70F5BF44C19B}" presName="connectorText" presStyleLbl="sibTrans1D1" presStyleIdx="2" presStyleCnt="5"/>
      <dgm:spPr/>
    </dgm:pt>
    <dgm:pt modelId="{5D6C47BD-BE72-401E-915A-4F9EF98EC5D5}" type="pres">
      <dgm:prSet presAssocID="{68DAC4B6-610C-4D38-B386-9297468AA77C}" presName="node" presStyleLbl="node1" presStyleIdx="3" presStyleCnt="6">
        <dgm:presLayoutVars>
          <dgm:bulletEnabled val="1"/>
        </dgm:presLayoutVars>
      </dgm:prSet>
      <dgm:spPr/>
    </dgm:pt>
    <dgm:pt modelId="{079784DC-4BDD-4717-9767-00FBD76CF73E}" type="pres">
      <dgm:prSet presAssocID="{02B70608-EFD8-4D0F-AAAF-F8CD2571546E}" presName="sibTrans" presStyleLbl="sibTrans1D1" presStyleIdx="3" presStyleCnt="5"/>
      <dgm:spPr/>
    </dgm:pt>
    <dgm:pt modelId="{6D260AF6-C78D-4240-8051-9EB9383D2314}" type="pres">
      <dgm:prSet presAssocID="{02B70608-EFD8-4D0F-AAAF-F8CD2571546E}" presName="connectorText" presStyleLbl="sibTrans1D1" presStyleIdx="3" presStyleCnt="5"/>
      <dgm:spPr/>
    </dgm:pt>
    <dgm:pt modelId="{1603C35B-945D-4F8A-8572-DB8C63676768}" type="pres">
      <dgm:prSet presAssocID="{078FDA3A-BDBB-423B-97BC-E258564F0079}" presName="node" presStyleLbl="node1" presStyleIdx="4" presStyleCnt="6">
        <dgm:presLayoutVars>
          <dgm:bulletEnabled val="1"/>
        </dgm:presLayoutVars>
      </dgm:prSet>
      <dgm:spPr/>
    </dgm:pt>
    <dgm:pt modelId="{ED7016F0-46A8-4387-99D3-208DB6A96CC5}" type="pres">
      <dgm:prSet presAssocID="{14243158-85CC-4542-9B56-CCDB38D33287}" presName="sibTrans" presStyleLbl="sibTrans1D1" presStyleIdx="4" presStyleCnt="5"/>
      <dgm:spPr/>
    </dgm:pt>
    <dgm:pt modelId="{95DAF5E1-3DF2-4FFB-BF69-B259135A4B8D}" type="pres">
      <dgm:prSet presAssocID="{14243158-85CC-4542-9B56-CCDB38D33287}" presName="connectorText" presStyleLbl="sibTrans1D1" presStyleIdx="4" presStyleCnt="5"/>
      <dgm:spPr/>
    </dgm:pt>
    <dgm:pt modelId="{BA8896A3-58FC-4222-A0D8-9C586A8A4400}" type="pres">
      <dgm:prSet presAssocID="{55EFAF72-AE7A-45DA-9A54-C048C8E47451}" presName="node" presStyleLbl="node1" presStyleIdx="5" presStyleCnt="6" custScaleY="89487">
        <dgm:presLayoutVars>
          <dgm:bulletEnabled val="1"/>
        </dgm:presLayoutVars>
      </dgm:prSet>
      <dgm:spPr/>
    </dgm:pt>
  </dgm:ptLst>
  <dgm:cxnLst>
    <dgm:cxn modelId="{18C68B01-4225-441D-B11B-F01AA92FB3AC}" type="presOf" srcId="{02B70608-EFD8-4D0F-AAAF-F8CD2571546E}" destId="{079784DC-4BDD-4717-9767-00FBD76CF73E}" srcOrd="0" destOrd="0" presId="urn:microsoft.com/office/officeart/2016/7/layout/RepeatingBendingProcessNew"/>
    <dgm:cxn modelId="{02807715-8E75-4C44-B63D-A08BA7F905E7}" type="presOf" srcId="{55EFAF72-AE7A-45DA-9A54-C048C8E47451}" destId="{BA8896A3-58FC-4222-A0D8-9C586A8A4400}" srcOrd="0" destOrd="0" presId="urn:microsoft.com/office/officeart/2016/7/layout/RepeatingBendingProcessNew"/>
    <dgm:cxn modelId="{A08E6E28-70DC-4562-9F71-D92C4EE2A2D9}" type="presOf" srcId="{2E1E4275-67F2-4F80-8F62-CA13484FFBC8}" destId="{10408F22-A79D-4E14-B3D8-5C543E984563}" srcOrd="0" destOrd="0" presId="urn:microsoft.com/office/officeart/2016/7/layout/RepeatingBendingProcessNew"/>
    <dgm:cxn modelId="{D8D21E2B-04D0-432B-8558-B4038A7E27D5}" srcId="{2E1E4275-67F2-4F80-8F62-CA13484FFBC8}" destId="{55EFAF72-AE7A-45DA-9A54-C048C8E47451}" srcOrd="5" destOrd="0" parTransId="{007BCD1D-158D-4995-BE03-35C0EFBED7E2}" sibTransId="{8D7E9E73-8AAD-403B-93A7-91E773764D90}"/>
    <dgm:cxn modelId="{00344D2E-B6A5-44E3-95D5-1481E9999B06}" type="presOf" srcId="{14243158-85CC-4542-9B56-CCDB38D33287}" destId="{ED7016F0-46A8-4387-99D3-208DB6A96CC5}" srcOrd="0" destOrd="0" presId="urn:microsoft.com/office/officeart/2016/7/layout/RepeatingBendingProcessNew"/>
    <dgm:cxn modelId="{A7928B46-D970-4E98-921B-9156B9C5493A}" type="presOf" srcId="{14243158-85CC-4542-9B56-CCDB38D33287}" destId="{95DAF5E1-3DF2-4FFB-BF69-B259135A4B8D}" srcOrd="1" destOrd="0" presId="urn:microsoft.com/office/officeart/2016/7/layout/RepeatingBendingProcessNew"/>
    <dgm:cxn modelId="{CBF9BE75-3546-474F-AA0C-7568E1750624}" type="presOf" srcId="{53E15832-04F8-4431-ADF0-7E220536A5D9}" destId="{CF2C9262-5738-475C-B18C-71C2C7A5394B}" srcOrd="0" destOrd="0" presId="urn:microsoft.com/office/officeart/2016/7/layout/RepeatingBendingProcessNew"/>
    <dgm:cxn modelId="{09A05F7F-13A9-49FD-A2F4-DE3C25448035}" srcId="{2E1E4275-67F2-4F80-8F62-CA13484FFBC8}" destId="{078FDA3A-BDBB-423B-97BC-E258564F0079}" srcOrd="4" destOrd="0" parTransId="{37CB077E-4B7E-470D-9935-34E1268C4CC6}" sibTransId="{14243158-85CC-4542-9B56-CCDB38D33287}"/>
    <dgm:cxn modelId="{4B574F84-81D7-4BC2-A137-68E4BDAF2F2F}" type="presOf" srcId="{53E15832-04F8-4431-ADF0-7E220536A5D9}" destId="{E154ADA5-DAD4-42BD-8AD1-79E1A79CDDBC}" srcOrd="1" destOrd="0" presId="urn:microsoft.com/office/officeart/2016/7/layout/RepeatingBendingProcessNew"/>
    <dgm:cxn modelId="{62904CA5-7651-443E-9351-31FACEAACCE3}" type="presOf" srcId="{68DAC4B6-610C-4D38-B386-9297468AA77C}" destId="{5D6C47BD-BE72-401E-915A-4F9EF98EC5D5}" srcOrd="0" destOrd="0" presId="urn:microsoft.com/office/officeart/2016/7/layout/RepeatingBendingProcessNew"/>
    <dgm:cxn modelId="{1E242AAF-4ED4-420B-966D-F01D5C717C2E}" type="presOf" srcId="{078FDA3A-BDBB-423B-97BC-E258564F0079}" destId="{1603C35B-945D-4F8A-8572-DB8C63676768}" srcOrd="0" destOrd="0" presId="urn:microsoft.com/office/officeart/2016/7/layout/RepeatingBendingProcessNew"/>
    <dgm:cxn modelId="{5CF83CB2-114A-4F33-A5E9-45797AB39366}" type="presOf" srcId="{F78E8572-644D-4D73-8AD1-DCDF33CACF37}" destId="{B4769D9F-29EC-4960-8080-54602C79CC53}" srcOrd="0" destOrd="0" presId="urn:microsoft.com/office/officeart/2016/7/layout/RepeatingBendingProcessNew"/>
    <dgm:cxn modelId="{008D73B6-6ECF-491B-BBD8-33AE66F9B5DD}" type="presOf" srcId="{EFB38324-056E-476E-BAE5-A0C4768785E1}" destId="{49980CB4-1DAA-488F-AC0A-164320EDDA32}" srcOrd="0" destOrd="0" presId="urn:microsoft.com/office/officeart/2016/7/layout/RepeatingBendingProcessNew"/>
    <dgm:cxn modelId="{FF1759C1-D99C-464C-805F-4212FFD7A3C6}" srcId="{2E1E4275-67F2-4F80-8F62-CA13484FFBC8}" destId="{EFB38324-056E-476E-BAE5-A0C4768785E1}" srcOrd="2" destOrd="0" parTransId="{CE919F05-904C-4657-9F33-0D9046E4638C}" sibTransId="{4AA8DDD7-072F-4A72-ACA5-70F5BF44C19B}"/>
    <dgm:cxn modelId="{8AB561C2-5BEC-4947-B317-46EA9969A049}" type="presOf" srcId="{F78E8572-644D-4D73-8AD1-DCDF33CACF37}" destId="{36BEFF03-2C2F-463A-932E-11EB9DE2BFD0}" srcOrd="1" destOrd="0" presId="urn:microsoft.com/office/officeart/2016/7/layout/RepeatingBendingProcessNew"/>
    <dgm:cxn modelId="{AC313FCA-CC39-45F7-AB95-D712B14D49CC}" type="presOf" srcId="{02B70608-EFD8-4D0F-AAAF-F8CD2571546E}" destId="{6D260AF6-C78D-4240-8051-9EB9383D2314}" srcOrd="1" destOrd="0" presId="urn:microsoft.com/office/officeart/2016/7/layout/RepeatingBendingProcessNew"/>
    <dgm:cxn modelId="{0025A7D4-5E36-4CD5-A4E0-18C7BE748151}" srcId="{2E1E4275-67F2-4F80-8F62-CA13484FFBC8}" destId="{2BE9C2F6-D329-468B-9721-6BF277C11F89}" srcOrd="1" destOrd="0" parTransId="{3D291C10-1BFD-43AD-810A-D3B2924B85DB}" sibTransId="{53E15832-04F8-4431-ADF0-7E220536A5D9}"/>
    <dgm:cxn modelId="{1FA318D8-3588-4979-8025-C80955835AC2}" type="presOf" srcId="{4AA8DDD7-072F-4A72-ACA5-70F5BF44C19B}" destId="{77BA2C54-71D9-4C08-8B91-1FE9520C212A}" srcOrd="1" destOrd="0" presId="urn:microsoft.com/office/officeart/2016/7/layout/RepeatingBendingProcessNew"/>
    <dgm:cxn modelId="{8EB38BDE-8DDD-4285-996B-E3ECF455E23C}" type="presOf" srcId="{6284591B-0BDF-4BED-B003-028DE3EA5EAD}" destId="{81B10B6B-399C-4835-A6CA-7E4DC0A86BDA}" srcOrd="0" destOrd="0" presId="urn:microsoft.com/office/officeart/2016/7/layout/RepeatingBendingProcessNew"/>
    <dgm:cxn modelId="{895FB5DF-A2DB-4A1B-801E-6442D0F315F9}" type="presOf" srcId="{2BE9C2F6-D329-468B-9721-6BF277C11F89}" destId="{0C11F273-2A01-4689-9A17-AEED3DBD54CC}" srcOrd="0" destOrd="0" presId="urn:microsoft.com/office/officeart/2016/7/layout/RepeatingBendingProcessNew"/>
    <dgm:cxn modelId="{17975CF0-5A99-419D-A272-05021BE4F7B6}" srcId="{2E1E4275-67F2-4F80-8F62-CA13484FFBC8}" destId="{68DAC4B6-610C-4D38-B386-9297468AA77C}" srcOrd="3" destOrd="0" parTransId="{52C6082B-ACC0-4CB9-87C2-8B13E0928418}" sibTransId="{02B70608-EFD8-4D0F-AAAF-F8CD2571546E}"/>
    <dgm:cxn modelId="{FE6ECEFA-76B9-4FDE-8E99-E1CA249E4D88}" type="presOf" srcId="{4AA8DDD7-072F-4A72-ACA5-70F5BF44C19B}" destId="{543A0E78-B764-476F-A2B3-D60DE2457724}" srcOrd="0" destOrd="0" presId="urn:microsoft.com/office/officeart/2016/7/layout/RepeatingBendingProcessNew"/>
    <dgm:cxn modelId="{117957FE-ECC4-41A2-9A0B-EEFCA0304574}" srcId="{2E1E4275-67F2-4F80-8F62-CA13484FFBC8}" destId="{6284591B-0BDF-4BED-B003-028DE3EA5EAD}" srcOrd="0" destOrd="0" parTransId="{C41731A9-AB23-4D08-A803-47194B102190}" sibTransId="{F78E8572-644D-4D73-8AD1-DCDF33CACF37}"/>
    <dgm:cxn modelId="{5267269F-045E-42F7-BC50-F007DAA114A9}" type="presParOf" srcId="{10408F22-A79D-4E14-B3D8-5C543E984563}" destId="{81B10B6B-399C-4835-A6CA-7E4DC0A86BDA}" srcOrd="0" destOrd="0" presId="urn:microsoft.com/office/officeart/2016/7/layout/RepeatingBendingProcessNew"/>
    <dgm:cxn modelId="{337E2072-D07F-4772-A8D8-32EEAE6C7AA7}" type="presParOf" srcId="{10408F22-A79D-4E14-B3D8-5C543E984563}" destId="{B4769D9F-29EC-4960-8080-54602C79CC53}" srcOrd="1" destOrd="0" presId="urn:microsoft.com/office/officeart/2016/7/layout/RepeatingBendingProcessNew"/>
    <dgm:cxn modelId="{49A0BF40-1CB8-44D3-928D-CA8088F45878}" type="presParOf" srcId="{B4769D9F-29EC-4960-8080-54602C79CC53}" destId="{36BEFF03-2C2F-463A-932E-11EB9DE2BFD0}" srcOrd="0" destOrd="0" presId="urn:microsoft.com/office/officeart/2016/7/layout/RepeatingBendingProcessNew"/>
    <dgm:cxn modelId="{8C384071-0AB2-4F43-B891-4AB0135E07A1}" type="presParOf" srcId="{10408F22-A79D-4E14-B3D8-5C543E984563}" destId="{0C11F273-2A01-4689-9A17-AEED3DBD54CC}" srcOrd="2" destOrd="0" presId="urn:microsoft.com/office/officeart/2016/7/layout/RepeatingBendingProcessNew"/>
    <dgm:cxn modelId="{F9DE9BE4-9AB0-4DD0-92D4-08B59D7ADFE5}" type="presParOf" srcId="{10408F22-A79D-4E14-B3D8-5C543E984563}" destId="{CF2C9262-5738-475C-B18C-71C2C7A5394B}" srcOrd="3" destOrd="0" presId="urn:microsoft.com/office/officeart/2016/7/layout/RepeatingBendingProcessNew"/>
    <dgm:cxn modelId="{E445BBE0-D88C-4F81-8387-D6DA53C1BB45}" type="presParOf" srcId="{CF2C9262-5738-475C-B18C-71C2C7A5394B}" destId="{E154ADA5-DAD4-42BD-8AD1-79E1A79CDDBC}" srcOrd="0" destOrd="0" presId="urn:microsoft.com/office/officeart/2016/7/layout/RepeatingBendingProcessNew"/>
    <dgm:cxn modelId="{5089C927-806C-4814-AD97-8C437B87FC11}" type="presParOf" srcId="{10408F22-A79D-4E14-B3D8-5C543E984563}" destId="{49980CB4-1DAA-488F-AC0A-164320EDDA32}" srcOrd="4" destOrd="0" presId="urn:microsoft.com/office/officeart/2016/7/layout/RepeatingBendingProcessNew"/>
    <dgm:cxn modelId="{5C35BCF2-B780-443B-9742-72D3A82091E9}" type="presParOf" srcId="{10408F22-A79D-4E14-B3D8-5C543E984563}" destId="{543A0E78-B764-476F-A2B3-D60DE2457724}" srcOrd="5" destOrd="0" presId="urn:microsoft.com/office/officeart/2016/7/layout/RepeatingBendingProcessNew"/>
    <dgm:cxn modelId="{3B434B40-E2B7-4005-8E78-22BB4413826E}" type="presParOf" srcId="{543A0E78-B764-476F-A2B3-D60DE2457724}" destId="{77BA2C54-71D9-4C08-8B91-1FE9520C212A}" srcOrd="0" destOrd="0" presId="urn:microsoft.com/office/officeart/2016/7/layout/RepeatingBendingProcessNew"/>
    <dgm:cxn modelId="{1659FA2C-5B9B-43F6-AD1B-A8845A5D4A82}" type="presParOf" srcId="{10408F22-A79D-4E14-B3D8-5C543E984563}" destId="{5D6C47BD-BE72-401E-915A-4F9EF98EC5D5}" srcOrd="6" destOrd="0" presId="urn:microsoft.com/office/officeart/2016/7/layout/RepeatingBendingProcessNew"/>
    <dgm:cxn modelId="{87BB61F9-17FB-4725-8AA3-9A7E825FBAFA}" type="presParOf" srcId="{10408F22-A79D-4E14-B3D8-5C543E984563}" destId="{079784DC-4BDD-4717-9767-00FBD76CF73E}" srcOrd="7" destOrd="0" presId="urn:microsoft.com/office/officeart/2016/7/layout/RepeatingBendingProcessNew"/>
    <dgm:cxn modelId="{AFCC92D5-BA8F-4DE5-94D7-1FE23DC7240A}" type="presParOf" srcId="{079784DC-4BDD-4717-9767-00FBD76CF73E}" destId="{6D260AF6-C78D-4240-8051-9EB9383D2314}" srcOrd="0" destOrd="0" presId="urn:microsoft.com/office/officeart/2016/7/layout/RepeatingBendingProcessNew"/>
    <dgm:cxn modelId="{F8C64B7F-5375-4EEF-942A-A9130658913C}" type="presParOf" srcId="{10408F22-A79D-4E14-B3D8-5C543E984563}" destId="{1603C35B-945D-4F8A-8572-DB8C63676768}" srcOrd="8" destOrd="0" presId="urn:microsoft.com/office/officeart/2016/7/layout/RepeatingBendingProcessNew"/>
    <dgm:cxn modelId="{E51F163F-9254-4284-9CEA-811FFC48E7ED}" type="presParOf" srcId="{10408F22-A79D-4E14-B3D8-5C543E984563}" destId="{ED7016F0-46A8-4387-99D3-208DB6A96CC5}" srcOrd="9" destOrd="0" presId="urn:microsoft.com/office/officeart/2016/7/layout/RepeatingBendingProcessNew"/>
    <dgm:cxn modelId="{A9077918-FD11-49D2-95DB-19008CF6E897}" type="presParOf" srcId="{ED7016F0-46A8-4387-99D3-208DB6A96CC5}" destId="{95DAF5E1-3DF2-4FFB-BF69-B259135A4B8D}" srcOrd="0" destOrd="0" presId="urn:microsoft.com/office/officeart/2016/7/layout/RepeatingBendingProcessNew"/>
    <dgm:cxn modelId="{5C96ECD5-B297-41AB-914B-22B15E920D94}" type="presParOf" srcId="{10408F22-A79D-4E14-B3D8-5C543E984563}" destId="{BA8896A3-58FC-4222-A0D8-9C586A8A440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DC5B3F-B0C8-46B5-B1B3-5C1F2E3F75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6EB06B-0AC5-4A02-95F4-549872A157B7}" type="pres">
      <dgm:prSet presAssocID="{EEDC5B3F-B0C8-46B5-B1B3-5C1F2E3F75CD}" presName="root" presStyleCnt="0">
        <dgm:presLayoutVars>
          <dgm:dir/>
          <dgm:resizeHandles val="exact"/>
        </dgm:presLayoutVars>
      </dgm:prSet>
      <dgm:spPr/>
    </dgm:pt>
  </dgm:ptLst>
  <dgm:cxnLst>
    <dgm:cxn modelId="{C1BB8EDC-2C71-4CFC-BA99-A8DFD0264327}" type="presOf" srcId="{EEDC5B3F-B0C8-46B5-B1B3-5C1F2E3F75CD}" destId="{A76EB06B-0AC5-4A02-95F4-549872A157B7}" srcOrd="0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A5CBF-077B-4E58-9879-E3F7D2544075}">
      <dsp:nvSpPr>
        <dsp:cNvPr id="0" name=""/>
        <dsp:cNvSpPr/>
      </dsp:nvSpPr>
      <dsp:spPr>
        <a:xfrm>
          <a:off x="0" y="938924"/>
          <a:ext cx="6669431" cy="17334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DDF15-0443-4A29-9F1D-C3DBCB6E7EEB}">
      <dsp:nvSpPr>
        <dsp:cNvPr id="0" name=""/>
        <dsp:cNvSpPr/>
      </dsp:nvSpPr>
      <dsp:spPr>
        <a:xfrm>
          <a:off x="524353" y="1328940"/>
          <a:ext cx="953370" cy="9533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D1F33-57CE-4B20-A13C-3D0AF150D40B}">
      <dsp:nvSpPr>
        <dsp:cNvPr id="0" name=""/>
        <dsp:cNvSpPr/>
      </dsp:nvSpPr>
      <dsp:spPr>
        <a:xfrm>
          <a:off x="2002077" y="938924"/>
          <a:ext cx="4667353" cy="173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452" tIns="183452" rIns="183452" bIns="18345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Our project aims to detect arsenic-infected skin from images using deep learning. We also developed a chatbot that can explain the condition and give basic guidance in both English and Bangla.</a:t>
          </a:r>
        </a:p>
      </dsp:txBody>
      <dsp:txXfrm>
        <a:off x="2002077" y="938924"/>
        <a:ext cx="4667353" cy="1733400"/>
      </dsp:txXfrm>
    </dsp:sp>
    <dsp:sp modelId="{30AA8345-2831-4065-B128-29DB21909E34}">
      <dsp:nvSpPr>
        <dsp:cNvPr id="0" name=""/>
        <dsp:cNvSpPr/>
      </dsp:nvSpPr>
      <dsp:spPr>
        <a:xfrm>
          <a:off x="0" y="3105675"/>
          <a:ext cx="6669431" cy="17334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D708A-B4F3-4DA3-821D-9F1EAEBEF477}">
      <dsp:nvSpPr>
        <dsp:cNvPr id="0" name=""/>
        <dsp:cNvSpPr/>
      </dsp:nvSpPr>
      <dsp:spPr>
        <a:xfrm>
          <a:off x="524353" y="3495690"/>
          <a:ext cx="953370" cy="9533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6CB03-0F2A-45C2-BA09-E7E7579CF4F8}">
      <dsp:nvSpPr>
        <dsp:cNvPr id="0" name=""/>
        <dsp:cNvSpPr/>
      </dsp:nvSpPr>
      <dsp:spPr>
        <a:xfrm>
          <a:off x="2002077" y="3105675"/>
          <a:ext cx="4667353" cy="173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452" tIns="183452" rIns="183452" bIns="18345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goal is to make early detection easier and more accessible.</a:t>
          </a:r>
        </a:p>
      </dsp:txBody>
      <dsp:txXfrm>
        <a:off x="2002077" y="3105675"/>
        <a:ext cx="4667353" cy="1733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8635C-EEE8-45B9-8E3D-A2F84276A023}">
      <dsp:nvSpPr>
        <dsp:cNvPr id="0" name=""/>
        <dsp:cNvSpPr/>
      </dsp:nvSpPr>
      <dsp:spPr>
        <a:xfrm>
          <a:off x="0" y="62397"/>
          <a:ext cx="4996207" cy="969637"/>
        </a:xfrm>
        <a:prstGeom prst="roundRect">
          <a:avLst/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All chatbot information is stored in separate </a:t>
          </a:r>
          <a:r>
            <a:rPr lang="en-US" sz="2000" b="1" kern="1200" dirty="0"/>
            <a:t>.txt files</a:t>
          </a:r>
          <a:r>
            <a:rPr lang="en-US" sz="2000" kern="1200" dirty="0"/>
            <a:t> by topic.</a:t>
          </a:r>
        </a:p>
      </dsp:txBody>
      <dsp:txXfrm>
        <a:off x="47334" y="109731"/>
        <a:ext cx="4901539" cy="874969"/>
      </dsp:txXfrm>
    </dsp:sp>
    <dsp:sp modelId="{7BEE47D4-1919-40D2-980F-91EE705511A9}">
      <dsp:nvSpPr>
        <dsp:cNvPr id="0" name=""/>
        <dsp:cNvSpPr/>
      </dsp:nvSpPr>
      <dsp:spPr>
        <a:xfrm>
          <a:off x="0" y="1089634"/>
          <a:ext cx="4996207" cy="1549771"/>
        </a:xfrm>
        <a:prstGeom prst="roundRect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Each file contains content in </a:t>
          </a:r>
          <a:r>
            <a:rPr lang="en-US" sz="1600" b="1" kern="1200" dirty="0"/>
            <a:t>question–answer format</a:t>
          </a:r>
          <a:r>
            <a:rPr lang="en-US" sz="1600" kern="1200" dirty="0"/>
            <a:t>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Information is written in </a:t>
          </a:r>
          <a:r>
            <a:rPr lang="en-US" sz="1600" b="1" kern="1200" dirty="0"/>
            <a:t>both Bangla and English</a:t>
          </a:r>
          <a:r>
            <a:rPr lang="en-US" sz="1600" kern="1200" dirty="0"/>
            <a:t>.</a:t>
          </a:r>
        </a:p>
      </dsp:txBody>
      <dsp:txXfrm>
        <a:off x="75654" y="1165288"/>
        <a:ext cx="4844899" cy="1398463"/>
      </dsp:txXfrm>
    </dsp:sp>
    <dsp:sp modelId="{51C287D6-8DA4-42C0-B0FB-450AF06A7E50}">
      <dsp:nvSpPr>
        <dsp:cNvPr id="0" name=""/>
        <dsp:cNvSpPr/>
      </dsp:nvSpPr>
      <dsp:spPr>
        <a:xfrm>
          <a:off x="0" y="2697006"/>
          <a:ext cx="4996207" cy="969637"/>
        </a:xfrm>
        <a:prstGeom prst="roundRect">
          <a:avLst/>
        </a:prstGeom>
        <a:solidFill>
          <a:schemeClr val="accent2">
            <a:hueOff val="3021508"/>
            <a:satOff val="-9905"/>
            <a:lumOff val="-21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Simple and clear language is used for easy understanding.</a:t>
          </a:r>
        </a:p>
      </dsp:txBody>
      <dsp:txXfrm>
        <a:off x="47334" y="2744340"/>
        <a:ext cx="4901539" cy="874969"/>
      </dsp:txXfrm>
    </dsp:sp>
    <dsp:sp modelId="{E6DEE004-29E6-4F3E-8D82-B2C5E99A9445}">
      <dsp:nvSpPr>
        <dsp:cNvPr id="0" name=""/>
        <dsp:cNvSpPr/>
      </dsp:nvSpPr>
      <dsp:spPr>
        <a:xfrm>
          <a:off x="0" y="3724243"/>
          <a:ext cx="4996207" cy="969637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Each file contains only its specific topic (e.g., keratosis, melanosis, safe water).</a:t>
          </a:r>
        </a:p>
      </dsp:txBody>
      <dsp:txXfrm>
        <a:off x="47334" y="3771577"/>
        <a:ext cx="4901539" cy="874969"/>
      </dsp:txXfrm>
    </dsp:sp>
    <dsp:sp modelId="{E26308F7-3FDE-453C-846C-B8866BA1542F}">
      <dsp:nvSpPr>
        <dsp:cNvPr id="0" name=""/>
        <dsp:cNvSpPr/>
      </dsp:nvSpPr>
      <dsp:spPr>
        <a:xfrm>
          <a:off x="0" y="4751481"/>
          <a:ext cx="4996207" cy="969637"/>
        </a:xfrm>
        <a:prstGeom prst="roundRect">
          <a:avLst/>
        </a:prstGeom>
        <a:solidFill>
          <a:schemeClr val="accent2">
            <a:hueOff val="6043017"/>
            <a:satOff val="-19810"/>
            <a:lumOff val="-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This structure makes the chatbot organized and easy to maintain.</a:t>
          </a:r>
        </a:p>
      </dsp:txBody>
      <dsp:txXfrm>
        <a:off x="47334" y="4798815"/>
        <a:ext cx="4901539" cy="8749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DD10C-3E95-412D-9589-B50EA2458AEF}">
      <dsp:nvSpPr>
        <dsp:cNvPr id="0" name=""/>
        <dsp:cNvSpPr/>
      </dsp:nvSpPr>
      <dsp:spPr>
        <a:xfrm>
          <a:off x="0" y="2821"/>
          <a:ext cx="666943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4DEC1C-AE1B-4ECF-9FB9-C8070F272EFF}">
      <dsp:nvSpPr>
        <dsp:cNvPr id="0" name=""/>
        <dsp:cNvSpPr/>
      </dsp:nvSpPr>
      <dsp:spPr>
        <a:xfrm>
          <a:off x="0" y="2821"/>
          <a:ext cx="6669431" cy="1924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kern="1200" dirty="0"/>
            <a:t>We created two separate folders: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kern="1200" dirty="0"/>
            <a:t>English folder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kern="1200" dirty="0"/>
            <a:t>Bangla folder</a:t>
          </a:r>
        </a:p>
      </dsp:txBody>
      <dsp:txXfrm>
        <a:off x="0" y="2821"/>
        <a:ext cx="6669431" cy="1924119"/>
      </dsp:txXfrm>
    </dsp:sp>
    <dsp:sp modelId="{82463BDD-58EC-48C0-A64D-B12BAF84E835}">
      <dsp:nvSpPr>
        <dsp:cNvPr id="0" name=""/>
        <dsp:cNvSpPr/>
      </dsp:nvSpPr>
      <dsp:spPr>
        <a:xfrm>
          <a:off x="0" y="1926940"/>
          <a:ext cx="6669431" cy="0"/>
        </a:xfrm>
        <a:prstGeom prst="line">
          <a:avLst/>
        </a:prstGeom>
        <a:solidFill>
          <a:schemeClr val="accent2">
            <a:hueOff val="3021508"/>
            <a:satOff val="-9905"/>
            <a:lumOff val="-2157"/>
            <a:alphaOff val="0"/>
          </a:schemeClr>
        </a:solidFill>
        <a:ln w="9525" cap="flat" cmpd="sng" algn="ctr">
          <a:solidFill>
            <a:schemeClr val="accent2">
              <a:hueOff val="3021508"/>
              <a:satOff val="-9905"/>
              <a:lumOff val="-215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4509EE-E2B6-4CA6-B305-91AEBA280D68}">
      <dsp:nvSpPr>
        <dsp:cNvPr id="0" name=""/>
        <dsp:cNvSpPr/>
      </dsp:nvSpPr>
      <dsp:spPr>
        <a:xfrm>
          <a:off x="0" y="1926940"/>
          <a:ext cx="6669431" cy="1924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Both folders contain the same topic files.</a:t>
          </a:r>
        </a:p>
      </dsp:txBody>
      <dsp:txXfrm>
        <a:off x="0" y="1926940"/>
        <a:ext cx="6669431" cy="1924119"/>
      </dsp:txXfrm>
    </dsp:sp>
    <dsp:sp modelId="{99F2B329-D80B-478B-998C-C5209AA44DF0}">
      <dsp:nvSpPr>
        <dsp:cNvPr id="0" name=""/>
        <dsp:cNvSpPr/>
      </dsp:nvSpPr>
      <dsp:spPr>
        <a:xfrm>
          <a:off x="0" y="3851059"/>
          <a:ext cx="6669431" cy="0"/>
        </a:xfrm>
        <a:prstGeom prst="line">
          <a:avLst/>
        </a:prstGeom>
        <a:solidFill>
          <a:schemeClr val="accent2">
            <a:hueOff val="6043017"/>
            <a:satOff val="-19810"/>
            <a:lumOff val="-4314"/>
            <a:alphaOff val="0"/>
          </a:schemeClr>
        </a:solidFill>
        <a:ln w="9525" cap="flat" cmpd="sng" algn="ctr">
          <a:solidFill>
            <a:schemeClr val="accent2">
              <a:hueOff val="6043017"/>
              <a:satOff val="-19810"/>
              <a:lumOff val="-43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F74430-5A17-405C-8AE6-147B9C113A0C}">
      <dsp:nvSpPr>
        <dsp:cNvPr id="0" name=""/>
        <dsp:cNvSpPr/>
      </dsp:nvSpPr>
      <dsp:spPr>
        <a:xfrm>
          <a:off x="0" y="3851059"/>
          <a:ext cx="6669431" cy="1924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This allows the chatbot to answer in both languages.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 dirty="0"/>
        </a:p>
      </dsp:txBody>
      <dsp:txXfrm>
        <a:off x="0" y="3851059"/>
        <a:ext cx="6669431" cy="19241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6C311-5DAC-4AC9-8973-0AA90CEFA9EB}">
      <dsp:nvSpPr>
        <dsp:cNvPr id="0" name=""/>
        <dsp:cNvSpPr/>
      </dsp:nvSpPr>
      <dsp:spPr>
        <a:xfrm>
          <a:off x="0" y="0"/>
          <a:ext cx="4897120" cy="662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Makes chatbot responses organized</a:t>
          </a:r>
        </a:p>
      </dsp:txBody>
      <dsp:txXfrm>
        <a:off x="19395" y="19395"/>
        <a:ext cx="4126623" cy="623387"/>
      </dsp:txXfrm>
    </dsp:sp>
    <dsp:sp modelId="{22AD69F7-B9FC-4113-8077-FAD3062FFB0E}">
      <dsp:nvSpPr>
        <dsp:cNvPr id="0" name=""/>
        <dsp:cNvSpPr/>
      </dsp:nvSpPr>
      <dsp:spPr>
        <a:xfrm>
          <a:off x="410133" y="782573"/>
          <a:ext cx="4897120" cy="662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Easy to update or add new information</a:t>
          </a:r>
        </a:p>
      </dsp:txBody>
      <dsp:txXfrm>
        <a:off x="429528" y="801968"/>
        <a:ext cx="4017780" cy="623387"/>
      </dsp:txXfrm>
    </dsp:sp>
    <dsp:sp modelId="{2CA3E7F9-21CF-462C-98F9-F8D1676BD7EA}">
      <dsp:nvSpPr>
        <dsp:cNvPr id="0" name=""/>
        <dsp:cNvSpPr/>
      </dsp:nvSpPr>
      <dsp:spPr>
        <a:xfrm>
          <a:off x="814146" y="1565147"/>
          <a:ext cx="4897120" cy="662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Works for users who speak two languages</a:t>
          </a:r>
        </a:p>
      </dsp:txBody>
      <dsp:txXfrm>
        <a:off x="833541" y="1584542"/>
        <a:ext cx="4023902" cy="623387"/>
      </dsp:txXfrm>
    </dsp:sp>
    <dsp:sp modelId="{E8164175-E8C1-4413-8EDA-370992D050BF}">
      <dsp:nvSpPr>
        <dsp:cNvPr id="0" name=""/>
        <dsp:cNvSpPr/>
      </dsp:nvSpPr>
      <dsp:spPr>
        <a:xfrm>
          <a:off x="1224279" y="2347721"/>
          <a:ext cx="4897120" cy="662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Helps explain prediction results clearly</a:t>
          </a:r>
        </a:p>
      </dsp:txBody>
      <dsp:txXfrm>
        <a:off x="1243674" y="2367116"/>
        <a:ext cx="4017780" cy="623387"/>
      </dsp:txXfrm>
    </dsp:sp>
    <dsp:sp modelId="{E8A2E43C-A7F0-49B2-9524-FD5B0501D3D9}">
      <dsp:nvSpPr>
        <dsp:cNvPr id="0" name=""/>
        <dsp:cNvSpPr/>
      </dsp:nvSpPr>
      <dsp:spPr>
        <a:xfrm>
          <a:off x="4466704" y="507167"/>
          <a:ext cx="430415" cy="430415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563547" y="507167"/>
        <a:ext cx="236729" cy="323887"/>
      </dsp:txXfrm>
    </dsp:sp>
    <dsp:sp modelId="{4AA8B38F-6240-4A5C-8963-97A600D03A3D}">
      <dsp:nvSpPr>
        <dsp:cNvPr id="0" name=""/>
        <dsp:cNvSpPr/>
      </dsp:nvSpPr>
      <dsp:spPr>
        <a:xfrm>
          <a:off x="4876838" y="1289741"/>
          <a:ext cx="430415" cy="430415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973681" y="1289741"/>
        <a:ext cx="236729" cy="323887"/>
      </dsp:txXfrm>
    </dsp:sp>
    <dsp:sp modelId="{AC7662E2-4FE0-4C02-B3DD-09969B5B9607}">
      <dsp:nvSpPr>
        <dsp:cNvPr id="0" name=""/>
        <dsp:cNvSpPr/>
      </dsp:nvSpPr>
      <dsp:spPr>
        <a:xfrm>
          <a:off x="5280850" y="2072315"/>
          <a:ext cx="430415" cy="430415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377693" y="2072315"/>
        <a:ext cx="236729" cy="3238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DC302-E3BD-4834-B641-14D71F450AB5}">
      <dsp:nvSpPr>
        <dsp:cNvPr id="0" name=""/>
        <dsp:cNvSpPr/>
      </dsp:nvSpPr>
      <dsp:spPr>
        <a:xfrm>
          <a:off x="0" y="2398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F1D0B5-C548-4480-8D85-279E49D64C5C}">
      <dsp:nvSpPr>
        <dsp:cNvPr id="0" name=""/>
        <dsp:cNvSpPr/>
      </dsp:nvSpPr>
      <dsp:spPr>
        <a:xfrm>
          <a:off x="367661" y="275865"/>
          <a:ext cx="668476" cy="668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31C52-1652-4EEA-AB3C-A427FB46D61B}">
      <dsp:nvSpPr>
        <dsp:cNvPr id="0" name=""/>
        <dsp:cNvSpPr/>
      </dsp:nvSpPr>
      <dsp:spPr>
        <a:xfrm>
          <a:off x="1403800" y="2398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Knowledge base files created.</a:t>
          </a:r>
        </a:p>
      </dsp:txBody>
      <dsp:txXfrm>
        <a:off x="1403800" y="2398"/>
        <a:ext cx="5265630" cy="1215411"/>
      </dsp:txXfrm>
    </dsp:sp>
    <dsp:sp modelId="{9E0BC781-1A7C-43D9-A9E7-0B00ECE3D1A5}">
      <dsp:nvSpPr>
        <dsp:cNvPr id="0" name=""/>
        <dsp:cNvSpPr/>
      </dsp:nvSpPr>
      <dsp:spPr>
        <a:xfrm>
          <a:off x="0" y="1521662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8360CD-6940-4770-BA33-A8218B0DB3CB}">
      <dsp:nvSpPr>
        <dsp:cNvPr id="0" name=""/>
        <dsp:cNvSpPr/>
      </dsp:nvSpPr>
      <dsp:spPr>
        <a:xfrm>
          <a:off x="367661" y="1795129"/>
          <a:ext cx="668476" cy="668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B00BE-C627-4598-97FD-C688021D7814}">
      <dsp:nvSpPr>
        <dsp:cNvPr id="0" name=""/>
        <dsp:cNvSpPr/>
      </dsp:nvSpPr>
      <dsp:spPr>
        <a:xfrm>
          <a:off x="1403800" y="1521662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English and Bangla content inserted.</a:t>
          </a:r>
        </a:p>
      </dsp:txBody>
      <dsp:txXfrm>
        <a:off x="1403800" y="1521662"/>
        <a:ext cx="5265630" cy="1215411"/>
      </dsp:txXfrm>
    </dsp:sp>
    <dsp:sp modelId="{3789C689-ABF8-4048-A53F-2EC9A66FFA38}">
      <dsp:nvSpPr>
        <dsp:cNvPr id="0" name=""/>
        <dsp:cNvSpPr/>
      </dsp:nvSpPr>
      <dsp:spPr>
        <a:xfrm>
          <a:off x="0" y="3040926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544AB-94FE-4717-B4D0-0192AFD9159A}">
      <dsp:nvSpPr>
        <dsp:cNvPr id="0" name=""/>
        <dsp:cNvSpPr/>
      </dsp:nvSpPr>
      <dsp:spPr>
        <a:xfrm>
          <a:off x="367661" y="3314393"/>
          <a:ext cx="668476" cy="668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8BDE3-700A-4E1E-B439-9F69B3F840F0}">
      <dsp:nvSpPr>
        <dsp:cNvPr id="0" name=""/>
        <dsp:cNvSpPr/>
      </dsp:nvSpPr>
      <dsp:spPr>
        <a:xfrm>
          <a:off x="1403800" y="3040926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Backend reading system being connected.</a:t>
          </a:r>
        </a:p>
      </dsp:txBody>
      <dsp:txXfrm>
        <a:off x="1403800" y="3040926"/>
        <a:ext cx="5265630" cy="1215411"/>
      </dsp:txXfrm>
    </dsp:sp>
    <dsp:sp modelId="{4D2D8A42-4EEF-4066-9A55-F227A9DAFE53}">
      <dsp:nvSpPr>
        <dsp:cNvPr id="0" name=""/>
        <dsp:cNvSpPr/>
      </dsp:nvSpPr>
      <dsp:spPr>
        <a:xfrm>
          <a:off x="0" y="4560190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CE2EDE-4F9A-48A2-8DC3-B26D621D4FAD}">
      <dsp:nvSpPr>
        <dsp:cNvPr id="0" name=""/>
        <dsp:cNvSpPr/>
      </dsp:nvSpPr>
      <dsp:spPr>
        <a:xfrm>
          <a:off x="367661" y="4833658"/>
          <a:ext cx="668476" cy="668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85C6A-64E0-40BF-98CD-36D05C28B636}">
      <dsp:nvSpPr>
        <dsp:cNvPr id="0" name=""/>
        <dsp:cNvSpPr/>
      </dsp:nvSpPr>
      <dsp:spPr>
        <a:xfrm>
          <a:off x="1403800" y="4560190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Preparing chatbot response system.</a:t>
          </a:r>
        </a:p>
      </dsp:txBody>
      <dsp:txXfrm>
        <a:off x="1403800" y="4560190"/>
        <a:ext cx="5265630" cy="12154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69D9F-29EC-4960-8080-54602C79CC53}">
      <dsp:nvSpPr>
        <dsp:cNvPr id="0" name=""/>
        <dsp:cNvSpPr/>
      </dsp:nvSpPr>
      <dsp:spPr>
        <a:xfrm>
          <a:off x="3038929" y="721469"/>
          <a:ext cx="5573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7371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916" y="764249"/>
        <a:ext cx="29398" cy="5879"/>
      </dsp:txXfrm>
    </dsp:sp>
    <dsp:sp modelId="{81B10B6B-399C-4835-A6CA-7E4DC0A86BDA}">
      <dsp:nvSpPr>
        <dsp:cNvPr id="0" name=""/>
        <dsp:cNvSpPr/>
      </dsp:nvSpPr>
      <dsp:spPr>
        <a:xfrm>
          <a:off x="484331" y="270"/>
          <a:ext cx="2556398" cy="1533838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266" tIns="131488" rIns="125266" bIns="1314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Build a </a:t>
          </a:r>
          <a:r>
            <a:rPr lang="en-US" sz="1400" b="1" kern="1200" dirty="0"/>
            <a:t>smart chatbot</a:t>
          </a:r>
          <a:r>
            <a:rPr lang="en-US" sz="1400" kern="1200" dirty="0"/>
            <a:t> to: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Detect if skin is </a:t>
          </a:r>
          <a:r>
            <a:rPr lang="en-US" sz="1400" b="1" kern="1200" dirty="0"/>
            <a:t>arsenic-infected or not</a:t>
          </a: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Give </a:t>
          </a:r>
          <a:r>
            <a:rPr lang="en-US" sz="1400" b="1" kern="1200" dirty="0"/>
            <a:t>advice and suggestions</a:t>
          </a:r>
          <a:r>
            <a:rPr lang="en-US" sz="1400" kern="1200" dirty="0"/>
            <a:t> if infection is found</a:t>
          </a:r>
        </a:p>
      </dsp:txBody>
      <dsp:txXfrm>
        <a:off x="484331" y="270"/>
        <a:ext cx="2556398" cy="1533838"/>
      </dsp:txXfrm>
    </dsp:sp>
    <dsp:sp modelId="{CF2C9262-5738-475C-B18C-71C2C7A5394B}">
      <dsp:nvSpPr>
        <dsp:cNvPr id="0" name=""/>
        <dsp:cNvSpPr/>
      </dsp:nvSpPr>
      <dsp:spPr>
        <a:xfrm>
          <a:off x="1753097" y="1532309"/>
          <a:ext cx="3153802" cy="557371"/>
        </a:xfrm>
        <a:custGeom>
          <a:avLst/>
          <a:gdLst/>
          <a:ahLst/>
          <a:cxnLst/>
          <a:rect l="0" t="0" r="0" b="0"/>
          <a:pathLst>
            <a:path>
              <a:moveTo>
                <a:pt x="3153802" y="0"/>
              </a:moveTo>
              <a:lnTo>
                <a:pt x="3153802" y="295785"/>
              </a:lnTo>
              <a:lnTo>
                <a:pt x="0" y="295785"/>
              </a:lnTo>
              <a:lnTo>
                <a:pt x="0" y="557371"/>
              </a:lnTo>
            </a:path>
          </a:pathLst>
        </a:custGeom>
        <a:noFill/>
        <a:ln w="9525" cap="flat" cmpd="sng" algn="ctr">
          <a:solidFill>
            <a:schemeClr val="accent5">
              <a:hueOff val="-365724"/>
              <a:satOff val="1486"/>
              <a:lumOff val="-68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49795" y="1808054"/>
        <a:ext cx="160407" cy="5879"/>
      </dsp:txXfrm>
    </dsp:sp>
    <dsp:sp modelId="{0C11F273-2A01-4689-9A17-AEED3DBD54CC}">
      <dsp:nvSpPr>
        <dsp:cNvPr id="0" name=""/>
        <dsp:cNvSpPr/>
      </dsp:nvSpPr>
      <dsp:spPr>
        <a:xfrm>
          <a:off x="3628701" y="270"/>
          <a:ext cx="2556398" cy="1533838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266" tIns="131488" rIns="125266" bIns="1314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Make the chatbot work in both English and Bangla.</a:t>
          </a:r>
        </a:p>
      </dsp:txBody>
      <dsp:txXfrm>
        <a:off x="3628701" y="270"/>
        <a:ext cx="2556398" cy="1533838"/>
      </dsp:txXfrm>
    </dsp:sp>
    <dsp:sp modelId="{543A0E78-B764-476F-A2B3-D60DE2457724}">
      <dsp:nvSpPr>
        <dsp:cNvPr id="0" name=""/>
        <dsp:cNvSpPr/>
      </dsp:nvSpPr>
      <dsp:spPr>
        <a:xfrm>
          <a:off x="3029496" y="2843280"/>
          <a:ext cx="5668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6804" y="45720"/>
              </a:lnTo>
            </a:path>
          </a:pathLst>
        </a:custGeom>
        <a:noFill/>
        <a:ln w="9525" cap="flat" cmpd="sng" algn="ctr">
          <a:solidFill>
            <a:schemeClr val="accent5">
              <a:hueOff val="-731448"/>
              <a:satOff val="2972"/>
              <a:lumOff val="-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97963" y="2886060"/>
        <a:ext cx="29870" cy="5879"/>
      </dsp:txXfrm>
    </dsp:sp>
    <dsp:sp modelId="{49980CB4-1DAA-488F-AC0A-164320EDDA32}">
      <dsp:nvSpPr>
        <dsp:cNvPr id="0" name=""/>
        <dsp:cNvSpPr/>
      </dsp:nvSpPr>
      <dsp:spPr>
        <a:xfrm>
          <a:off x="474898" y="2122080"/>
          <a:ext cx="2556398" cy="1533838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266" tIns="131488" rIns="125266" bIns="1314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Improve </a:t>
          </a:r>
          <a:r>
            <a:rPr lang="en-US" sz="1400" b="1" kern="1200" dirty="0"/>
            <a:t>chatbot knowledge base</a:t>
          </a:r>
          <a:r>
            <a:rPr lang="en-US" sz="1400" kern="1200" dirty="0"/>
            <a:t> with more topics</a:t>
          </a:r>
        </a:p>
      </dsp:txBody>
      <dsp:txXfrm>
        <a:off x="474898" y="2122080"/>
        <a:ext cx="2556398" cy="1533838"/>
      </dsp:txXfrm>
    </dsp:sp>
    <dsp:sp modelId="{079784DC-4BDD-4717-9767-00FBD76CF73E}">
      <dsp:nvSpPr>
        <dsp:cNvPr id="0" name=""/>
        <dsp:cNvSpPr/>
      </dsp:nvSpPr>
      <dsp:spPr>
        <a:xfrm>
          <a:off x="1762530" y="3654119"/>
          <a:ext cx="3144369" cy="557371"/>
        </a:xfrm>
        <a:custGeom>
          <a:avLst/>
          <a:gdLst/>
          <a:ahLst/>
          <a:cxnLst/>
          <a:rect l="0" t="0" r="0" b="0"/>
          <a:pathLst>
            <a:path>
              <a:moveTo>
                <a:pt x="3144369" y="0"/>
              </a:moveTo>
              <a:lnTo>
                <a:pt x="3144369" y="295785"/>
              </a:lnTo>
              <a:lnTo>
                <a:pt x="0" y="295785"/>
              </a:lnTo>
              <a:lnTo>
                <a:pt x="0" y="557371"/>
              </a:lnTo>
            </a:path>
          </a:pathLst>
        </a:custGeom>
        <a:noFill/>
        <a:ln w="9525" cap="flat" cmpd="sng" algn="ctr">
          <a:solidFill>
            <a:schemeClr val="accent5">
              <a:hueOff val="-1097172"/>
              <a:satOff val="4457"/>
              <a:lumOff val="-20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4743" y="3929865"/>
        <a:ext cx="159943" cy="5879"/>
      </dsp:txXfrm>
    </dsp:sp>
    <dsp:sp modelId="{5D6C47BD-BE72-401E-915A-4F9EF98EC5D5}">
      <dsp:nvSpPr>
        <dsp:cNvPr id="0" name=""/>
        <dsp:cNvSpPr/>
      </dsp:nvSpPr>
      <dsp:spPr>
        <a:xfrm>
          <a:off x="3628701" y="2122080"/>
          <a:ext cx="2556398" cy="1533838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266" tIns="131488" rIns="125266" bIns="1314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Deploy the system on the web</a:t>
          </a:r>
          <a:r>
            <a:rPr lang="en-US" sz="1400" kern="1200" dirty="0"/>
            <a:t> for easy access</a:t>
          </a:r>
        </a:p>
      </dsp:txBody>
      <dsp:txXfrm>
        <a:off x="3628701" y="2122080"/>
        <a:ext cx="2556398" cy="1533838"/>
      </dsp:txXfrm>
    </dsp:sp>
    <dsp:sp modelId="{ED7016F0-46A8-4387-99D3-208DB6A96CC5}">
      <dsp:nvSpPr>
        <dsp:cNvPr id="0" name=""/>
        <dsp:cNvSpPr/>
      </dsp:nvSpPr>
      <dsp:spPr>
        <a:xfrm>
          <a:off x="3038929" y="4965090"/>
          <a:ext cx="5573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7371" y="45720"/>
              </a:lnTo>
            </a:path>
          </a:pathLst>
        </a:custGeom>
        <a:noFill/>
        <a:ln w="9525" cap="flat" cmpd="sng" algn="ctr">
          <a:solidFill>
            <a:schemeClr val="accent5">
              <a:hueOff val="-1462896"/>
              <a:satOff val="5943"/>
              <a:lumOff val="-274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916" y="5007870"/>
        <a:ext cx="29398" cy="5879"/>
      </dsp:txXfrm>
    </dsp:sp>
    <dsp:sp modelId="{1603C35B-945D-4F8A-8572-DB8C63676768}">
      <dsp:nvSpPr>
        <dsp:cNvPr id="0" name=""/>
        <dsp:cNvSpPr/>
      </dsp:nvSpPr>
      <dsp:spPr>
        <a:xfrm>
          <a:off x="484331" y="4243890"/>
          <a:ext cx="2556398" cy="1533838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266" tIns="131488" rIns="125266" bIns="1314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Test system with </a:t>
          </a:r>
          <a:r>
            <a:rPr lang="en-US" sz="1400" b="1" kern="1200" dirty="0"/>
            <a:t>real-world images</a:t>
          </a:r>
          <a:endParaRPr lang="en-US" sz="1400" kern="1200" dirty="0"/>
        </a:p>
      </dsp:txBody>
      <dsp:txXfrm>
        <a:off x="484331" y="4243890"/>
        <a:ext cx="2556398" cy="1533838"/>
      </dsp:txXfrm>
    </dsp:sp>
    <dsp:sp modelId="{BA8896A3-58FC-4222-A0D8-9C586A8A4400}">
      <dsp:nvSpPr>
        <dsp:cNvPr id="0" name=""/>
        <dsp:cNvSpPr/>
      </dsp:nvSpPr>
      <dsp:spPr>
        <a:xfrm>
          <a:off x="3628701" y="4324517"/>
          <a:ext cx="2556398" cy="1372586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266" tIns="131488" rIns="125266" bIns="1314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Prepare for </a:t>
          </a:r>
          <a:r>
            <a:rPr lang="en-US" sz="1400" b="1" kern="1200" dirty="0"/>
            <a:t>full system integration</a:t>
          </a:r>
          <a:r>
            <a:rPr lang="en-US" sz="1400" kern="1200" dirty="0"/>
            <a:t> (model + web + chatbot)</a:t>
          </a:r>
        </a:p>
      </dsp:txBody>
      <dsp:txXfrm>
        <a:off x="3628701" y="4324517"/>
        <a:ext cx="2556398" cy="13725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1406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1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425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0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8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2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1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8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7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D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8224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34" r:id="rId6"/>
    <p:sldLayoutId id="2147483830" r:id="rId7"/>
    <p:sldLayoutId id="2147483831" r:id="rId8"/>
    <p:sldLayoutId id="2147483832" r:id="rId9"/>
    <p:sldLayoutId id="2147483833" r:id="rId10"/>
    <p:sldLayoutId id="21474838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B277E-6F33-6072-0CF3-75968E74C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4003" y="1027785"/>
            <a:ext cx="6119131" cy="2138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Arsenic Skin Detection Using Machine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A307B7-AFBF-C2F1-19B9-ED026C1E40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980779" y="4113213"/>
            <a:ext cx="6125372" cy="1655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latin typeface="Arial" panose="020B0604020202020204" pitchFamily="34" charset="0"/>
              </a:rPr>
              <a:t>CSE 499B : Project Work | Section: 15</a:t>
            </a:r>
          </a:p>
          <a:p>
            <a:pPr lvl="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latin typeface="Arial" panose="020B0604020202020204" pitchFamily="34" charset="0"/>
              </a:rPr>
              <a:t>Group: 07 |</a:t>
            </a:r>
            <a:r>
              <a:rPr lang="en-US" altLang="en-US" sz="2000" b="1" i="0" dirty="0">
                <a:solidFill>
                  <a:schemeClr val="bg1">
                    <a:alpha val="70000"/>
                  </a:schemeClr>
                </a:solidFill>
                <a:latin typeface="Arial" panose="020B0604020202020204" pitchFamily="34" charset="0"/>
              </a:rPr>
              <a:t> Ashraful Islam (2212669042),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latin typeface="Arial" panose="020B0604020202020204" pitchFamily="34" charset="0"/>
              </a:rPr>
              <a:t> Tanushree Das (2212225042)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9B8537A-9848-8627-940C-BF2D53401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07" y="-111791"/>
            <a:ext cx="3997310" cy="65559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64859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F85A7-F541-A874-E573-084BE379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80CF3A48-F57F-AEE0-D0B1-874CD677E7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880362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352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7B3E8-2520-6D98-3C71-47ECFA0E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1" y="1079500"/>
            <a:ext cx="3904750" cy="4689475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Knowledge Base Structure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342900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FFDE40B-8D91-ACCD-6179-5CDE5226D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630916"/>
              </p:ext>
            </p:extLst>
          </p:nvPr>
        </p:nvGraphicFramePr>
        <p:xfrm>
          <a:off x="6654799" y="531814"/>
          <a:ext cx="4996207" cy="5783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816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D8DD4-B917-FFFB-7A1F-C0E4310E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ctr" anchorCtr="0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Language Support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C04F3CC-25AC-0C51-9D99-8203415A6E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95529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737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4B875-D143-6B92-5DD1-241C1F77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862151"/>
            <a:ext cx="6120000" cy="1009486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What These Files Contain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7000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">
            <a:extLst>
              <a:ext uri="{FF2B5EF4-FFF2-40B4-BE49-F238E27FC236}">
                <a16:creationId xmlns:a16="http://schemas.microsoft.com/office/drawing/2014/main" id="{A496E2CB-B172-538A-0CF4-D82F4EABC9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0000" y="2759076"/>
            <a:ext cx="6121400" cy="3009899"/>
          </a:xfrm>
          <a:prstGeom prst="rect">
            <a:avLst/>
          </a:prstGeom>
          <a:noFill/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Each file contains simple text information  about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en-US" sz="1400" dirty="0"/>
              <a:t>Symptoms (Melanosis, Keratosis, other lesions)</a:t>
            </a:r>
          </a:p>
          <a:p>
            <a:r>
              <a:rPr lang="en-US" sz="1400" dirty="0"/>
              <a:t>Skin care suggestions</a:t>
            </a:r>
          </a:p>
          <a:p>
            <a:r>
              <a:rPr lang="en-US" sz="1400" dirty="0"/>
              <a:t>Safe water advice</a:t>
            </a:r>
          </a:p>
          <a:p>
            <a:r>
              <a:rPr lang="en-US" sz="1400" dirty="0"/>
              <a:t>Dietary measures</a:t>
            </a:r>
          </a:p>
          <a:p>
            <a:r>
              <a:rPr lang="en-US" sz="1400" dirty="0"/>
              <a:t>Medical care guidance</a:t>
            </a:r>
          </a:p>
          <a:p>
            <a:r>
              <a:rPr lang="en-US" sz="1400" dirty="0"/>
              <a:t>Common user questions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7B6A5-2F93-1C46-E1F2-9C2C0B764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961" y="-1"/>
            <a:ext cx="4063039" cy="68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4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0DAFB-8B7F-DE69-4DA5-A7CA3B64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0" y="1011237"/>
            <a:ext cx="6120000" cy="860400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Why This Is Important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475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7096C84-70B7-B30E-556A-963C6CB80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14559"/>
              </p:ext>
            </p:extLst>
          </p:nvPr>
        </p:nvGraphicFramePr>
        <p:xfrm>
          <a:off x="4984750" y="2759076"/>
          <a:ext cx="6121400" cy="3009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DFF4584-2028-80B6-D858-AD71B14AAD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4040435" cy="68579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970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8E4BB-18C9-F6CE-F170-FDA46A24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Current Progress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8C16CB5-0F18-EA37-9A0B-E1BEE884D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6835199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74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154AA-0F49-D80C-197C-E4A0182A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1084262"/>
            <a:ext cx="3322637" cy="4689475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7" name="Rectangle 1">
            <a:extLst>
              <a:ext uri="{FF2B5EF4-FFF2-40B4-BE49-F238E27FC236}">
                <a16:creationId xmlns:a16="http://schemas.microsoft.com/office/drawing/2014/main" id="{2EE0ED5F-6F40-CF92-FEF5-4B0A8D790E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2051"/>
              </p:ext>
            </p:extLst>
          </p:nvPr>
        </p:nvGraphicFramePr>
        <p:xfrm>
          <a:off x="4955209" y="516187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589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16">
              <a:srgbClr val="00B0F0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E1EF2-74ED-575E-22F2-0E9AD63A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863" y="2595716"/>
            <a:ext cx="11260137" cy="2149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                       </a:t>
            </a:r>
            <a:r>
              <a:rPr lang="en-US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B108F12-7CEE-F8A7-6B75-42DA35211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861038"/>
              </p:ext>
            </p:extLst>
          </p:nvPr>
        </p:nvGraphicFramePr>
        <p:xfrm>
          <a:off x="254525" y="4095750"/>
          <a:ext cx="6793976" cy="2983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106374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337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Avenir Next LT Pro Light</vt:lpstr>
      <vt:lpstr>Rockwell Nova Light</vt:lpstr>
      <vt:lpstr>Wingdings</vt:lpstr>
      <vt:lpstr>LeafVTI</vt:lpstr>
      <vt:lpstr> Arsenic Skin Detection Using Machine Learning</vt:lpstr>
      <vt:lpstr>Introduction</vt:lpstr>
      <vt:lpstr>Knowledge Base Structure</vt:lpstr>
      <vt:lpstr>Language Support</vt:lpstr>
      <vt:lpstr>What These Files Contain</vt:lpstr>
      <vt:lpstr>Why This Is Important</vt:lpstr>
      <vt:lpstr>Current Progress</vt:lpstr>
      <vt:lpstr>Future work</vt:lpstr>
      <vt:lpstr>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roy</dc:creator>
  <cp:lastModifiedBy>NEW</cp:lastModifiedBy>
  <cp:revision>7</cp:revision>
  <dcterms:created xsi:type="dcterms:W3CDTF">2025-10-28T12:43:08Z</dcterms:created>
  <dcterms:modified xsi:type="dcterms:W3CDTF">2026-03-03T17:27:01Z</dcterms:modified>
</cp:coreProperties>
</file>